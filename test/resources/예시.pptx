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4"/>
    <p:sldMasterId id="2147483708" r:id="rId5"/>
  </p:sldMasterIdLst>
  <p:notesMasterIdLst>
    <p:notesMasterId r:id="rId10"/>
  </p:notesMasterIdLst>
  <p:handoutMasterIdLst>
    <p:handoutMasterId r:id="rId11"/>
  </p:handoutMasterIdLst>
  <p:sldIdLst>
    <p:sldId id="2147477464" r:id="rId6"/>
    <p:sldId id="2147479257" r:id="rId7"/>
    <p:sldId id="2147479231" r:id="rId8"/>
    <p:sldId id="2147479256" r:id="rId9"/>
  </p:sldIdLst>
  <p:sldSz cx="9906000" cy="6858000" type="A4"/>
  <p:notesSz cx="6797675" cy="9926638"/>
  <p:custDataLst>
    <p:tags r:id="rId1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. 제안사 개요" id="{9497EAB1-FF91-4650-BE3C-1831C72F1586}">
          <p14:sldIdLst/>
        </p14:section>
        <p14:section name="II-3. AI 영역 상세 수행방안" id="{D0C512E0-2ABE-439C-89A4-DCC5366D153C}">
          <p14:sldIdLst>
            <p14:sldId id="2147477464"/>
            <p14:sldId id="2147479257"/>
            <p14:sldId id="2147479231"/>
            <p14:sldId id="21474792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16" roundtripDataSignature="AMtx7mgoTWHWBazgNSu1Q1BA+GK3px67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CDC"/>
    <a:srgbClr val="DEF3FA"/>
    <a:srgbClr val="404040"/>
    <a:srgbClr val="FF0000"/>
    <a:srgbClr val="C5D5FF"/>
    <a:srgbClr val="D9D9D9"/>
    <a:srgbClr val="001E6E"/>
    <a:srgbClr val="FFFFFF"/>
    <a:srgbClr val="003399"/>
    <a:srgbClr val="D9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AF8F95-5FA7-437D-BF9C-30B935BDBF65}">
  <a:tblStyle styleId="{24AF8F95-5FA7-437D-BF9C-30B935BDBF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46" autoAdjust="0"/>
    <p:restoredTop sz="96966"/>
  </p:normalViewPr>
  <p:slideViewPr>
    <p:cSldViewPr snapToGrid="0">
      <p:cViewPr varScale="1">
        <p:scale>
          <a:sx n="110" d="100"/>
          <a:sy n="110" d="100"/>
        </p:scale>
        <p:origin x="1944" y="168"/>
      </p:cViewPr>
      <p:guideLst/>
    </p:cSldViewPr>
  </p:slideViewPr>
  <p:outlineViewPr>
    <p:cViewPr>
      <p:scale>
        <a:sx n="33" d="100"/>
        <a:sy n="33" d="100"/>
      </p:scale>
      <p:origin x="0" y="-21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62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316" Type="http://customschemas.google.com/relationships/presentationmetadata" Target="metadata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31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31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317" Type="http://schemas.openxmlformats.org/officeDocument/2006/relationships/presProps" Target="presProps.xml"/><Relationship Id="rId32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C63F824-7BD4-5BF1-C91F-C7928364F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273E6-6701-E459-ADC5-378EE913F3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ED566-A11A-4AC2-ABFF-A7B68FCFC604}" type="datetimeFigureOut">
              <a:rPr lang="ko-KR" altLang="en-US" smtClean="0"/>
              <a:t>2026. 4. 27.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0CCC7B-EA82-CECB-918A-2B30BD57B8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A37168-2991-2261-325A-D0DB361BE9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8FAA3-C8A2-48DD-8C92-E588C5F0C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79940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8" tIns="47767" rIns="95558" bIns="47767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8" tIns="47767" rIns="95558" bIns="47767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79488" y="1241425"/>
            <a:ext cx="48387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8" tIns="47767" rIns="95558" bIns="47767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7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8" tIns="47767" rIns="95558" bIns="47767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7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8" tIns="47767" rIns="95558" bIns="47767" anchor="b" anchorCtr="0">
            <a:noAutofit/>
          </a:bodyPr>
          <a:lstStyle/>
          <a:p>
            <a:pPr algn="r"/>
            <a:fld id="{00000000-1234-1234-1234-123412341234}" type="slidenum">
              <a:rPr lang="en-US" altLang="ko-KR" sz="1300" smtClean="0">
                <a:solidFill>
                  <a:schemeClr val="dk1"/>
                </a:solidFill>
              </a:rPr>
              <a:pPr algn="r"/>
              <a:t>‹#›</a:t>
            </a:fld>
            <a:endParaRPr lang="en-US" sz="13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04CF0BBF-AC5E-CBDF-6F5E-D39D28FE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:notes">
            <a:extLst>
              <a:ext uri="{FF2B5EF4-FFF2-40B4-BE49-F238E27FC236}">
                <a16:creationId xmlns:a16="http://schemas.microsoft.com/office/drawing/2014/main" id="{836DBF2F-F6D4-6DD7-A901-D85FD13C2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6913" y="749300"/>
            <a:ext cx="5403850" cy="37417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:notes">
            <a:extLst>
              <a:ext uri="{FF2B5EF4-FFF2-40B4-BE49-F238E27FC236}">
                <a16:creationId xmlns:a16="http://schemas.microsoft.com/office/drawing/2014/main" id="{C2EA2ACA-A6D7-9BC2-7ABA-BFF7CF145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24608"/>
            <a:ext cx="5486400" cy="362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1" name="Google Shape;341;p2:notes">
            <a:extLst>
              <a:ext uri="{FF2B5EF4-FFF2-40B4-BE49-F238E27FC236}">
                <a16:creationId xmlns:a16="http://schemas.microsoft.com/office/drawing/2014/main" id="{0C686803-C83D-5DA6-10BE-30ABEF6A48D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61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200"/>
              <a:buFont typeface="Arial"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t>Date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"/>
              <a:sym typeface="Arial"/>
            </a:endParaRPr>
          </a:p>
        </p:txBody>
      </p:sp>
      <p:sp>
        <p:nvSpPr>
          <p:cNvPr id="342" name="Google Shape;342;p2:notes">
            <a:extLst>
              <a:ext uri="{FF2B5EF4-FFF2-40B4-BE49-F238E27FC236}">
                <a16:creationId xmlns:a16="http://schemas.microsoft.com/office/drawing/2014/main" id="{B46538CA-06FA-E266-B57C-F4B6E7EE36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732697"/>
            <a:ext cx="2971800" cy="46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07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ACEA69EA-E5F6-1B00-4B34-CCEC29D10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:notes">
            <a:extLst>
              <a:ext uri="{FF2B5EF4-FFF2-40B4-BE49-F238E27FC236}">
                <a16:creationId xmlns:a16="http://schemas.microsoft.com/office/drawing/2014/main" id="{EC5DB034-4C34-FACD-084C-A20E7FF8D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6913" y="749300"/>
            <a:ext cx="5403850" cy="37417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:notes">
            <a:extLst>
              <a:ext uri="{FF2B5EF4-FFF2-40B4-BE49-F238E27FC236}">
                <a16:creationId xmlns:a16="http://schemas.microsoft.com/office/drawing/2014/main" id="{2BF64411-3662-0A10-97DF-0C602C2D9B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24608"/>
            <a:ext cx="5486400" cy="362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1" name="Google Shape;341;p2:notes">
            <a:extLst>
              <a:ext uri="{FF2B5EF4-FFF2-40B4-BE49-F238E27FC236}">
                <a16:creationId xmlns:a16="http://schemas.microsoft.com/office/drawing/2014/main" id="{B6515E94-8964-962C-07FE-91499E9629D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61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200"/>
              <a:buFont typeface="Arial"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t>Date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"/>
              <a:sym typeface="Arial"/>
            </a:endParaRPr>
          </a:p>
        </p:txBody>
      </p:sp>
      <p:sp>
        <p:nvSpPr>
          <p:cNvPr id="342" name="Google Shape;342;p2:notes">
            <a:extLst>
              <a:ext uri="{FF2B5EF4-FFF2-40B4-BE49-F238E27FC236}">
                <a16:creationId xmlns:a16="http://schemas.microsoft.com/office/drawing/2014/main" id="{22D089AC-5601-F38B-C72E-ECEB77C983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732697"/>
            <a:ext cx="2971800" cy="46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200"/>
                <a:buFont typeface="Arial"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969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ko-KR" sz="1300" smtClean="0">
                <a:solidFill>
                  <a:schemeClr val="dk1"/>
                </a:solidFill>
              </a:rPr>
              <a:pPr algn="r"/>
              <a:t>3</a:t>
            </a:fld>
            <a:endParaRPr lang="en-US" sz="13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622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6.png"/><Relationship Id="rId5" Type="http://schemas.openxmlformats.org/officeDocument/2006/relationships/tags" Target="../tags/tag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Content" preserve="1" userDrawn="1">
  <p:cSld name="1_Title and Full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EBF9A001-E29F-E6B5-F3CA-92545FBD716E}"/>
              </a:ext>
            </a:extLst>
          </p:cNvPr>
          <p:cNvSpPr/>
          <p:nvPr userDrawn="1"/>
        </p:nvSpPr>
        <p:spPr>
          <a:xfrm rot="16200000">
            <a:off x="-821975" y="2459594"/>
            <a:ext cx="4927988" cy="2285833"/>
          </a:xfrm>
          <a:prstGeom prst="round2SameRect">
            <a:avLst>
              <a:gd name="adj1" fmla="val 9233"/>
              <a:gd name="adj2" fmla="val 0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Google Shape;31;p43"/>
          <p:cNvSpPr txBox="1">
            <a:spLocks noGrp="1"/>
          </p:cNvSpPr>
          <p:nvPr>
            <p:ph type="title" hasCustomPrompt="1"/>
          </p:nvPr>
        </p:nvSpPr>
        <p:spPr>
          <a:xfrm>
            <a:off x="447577" y="491074"/>
            <a:ext cx="90108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2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 err="1"/>
              <a:t>맑은고딕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BOLD, 22PT</a:t>
            </a:r>
            <a:endParaRPr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6C81774-45E8-9426-8364-9A9012E2ECEE}"/>
              </a:ext>
            </a:extLst>
          </p:cNvPr>
          <p:cNvGrpSpPr/>
          <p:nvPr userDrawn="1"/>
        </p:nvGrpSpPr>
        <p:grpSpPr>
          <a:xfrm>
            <a:off x="10127926" y="485266"/>
            <a:ext cx="1796744" cy="1986305"/>
            <a:chOff x="10135877" y="1892647"/>
            <a:chExt cx="1796744" cy="198630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367E838A-0717-E61A-3C7C-AE93250CE193}"/>
                </a:ext>
              </a:extLst>
            </p:cNvPr>
            <p:cNvSpPr/>
            <p:nvPr userDrawn="1"/>
          </p:nvSpPr>
          <p:spPr>
            <a:xfrm>
              <a:off x="11033374" y="1892647"/>
              <a:ext cx="875394" cy="4654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핵심폰트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CCEA73F-CDC6-0936-DE14-A33BDCF2F181}"/>
                </a:ext>
              </a:extLst>
            </p:cNvPr>
            <p:cNvSpPr/>
            <p:nvPr userDrawn="1"/>
          </p:nvSpPr>
          <p:spPr>
            <a:xfrm>
              <a:off x="11054567" y="2392478"/>
              <a:ext cx="875394" cy="46548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서브 </a:t>
              </a:r>
              <a:r>
                <a:rPr lang="en-US" altLang="ko-KR" sz="1100"/>
                <a:t>2</a:t>
              </a:r>
              <a:endParaRPr lang="ko-KR" altLang="en-US" sz="110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E2835CB-9B79-F754-52FE-2BBAA78CBF1A}"/>
                </a:ext>
              </a:extLst>
            </p:cNvPr>
            <p:cNvSpPr/>
            <p:nvPr userDrawn="1"/>
          </p:nvSpPr>
          <p:spPr>
            <a:xfrm>
              <a:off x="10144671" y="3413471"/>
              <a:ext cx="875394" cy="46548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그레이 </a:t>
              </a:r>
              <a:r>
                <a:rPr lang="en-US" altLang="ko-KR" sz="1100"/>
                <a:t>1</a:t>
              </a:r>
              <a:endParaRPr lang="ko-KR" altLang="en-US" sz="11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F0EAF9-9BAE-C6A4-F75A-5824F4890649}"/>
                </a:ext>
              </a:extLst>
            </p:cNvPr>
            <p:cNvSpPr/>
            <p:nvPr userDrawn="1"/>
          </p:nvSpPr>
          <p:spPr>
            <a:xfrm>
              <a:off x="11057227" y="3412373"/>
              <a:ext cx="875394" cy="46548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강조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ADF9E8E-390B-CA58-705C-BF0807E9102B}"/>
                </a:ext>
              </a:extLst>
            </p:cNvPr>
            <p:cNvSpPr/>
            <p:nvPr userDrawn="1"/>
          </p:nvSpPr>
          <p:spPr>
            <a:xfrm>
              <a:off x="10152622" y="2893910"/>
              <a:ext cx="875394" cy="4654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배경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B2CA84E-E49F-E31D-BB3D-EEBABE4F94FD}"/>
                </a:ext>
              </a:extLst>
            </p:cNvPr>
            <p:cNvSpPr/>
            <p:nvPr userDrawn="1"/>
          </p:nvSpPr>
          <p:spPr>
            <a:xfrm>
              <a:off x="11049276" y="2892812"/>
              <a:ext cx="875394" cy="46548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배경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260C5E0-60A7-A0C3-F11C-E52402D326AD}"/>
                </a:ext>
              </a:extLst>
            </p:cNvPr>
            <p:cNvSpPr/>
            <p:nvPr userDrawn="1"/>
          </p:nvSpPr>
          <p:spPr>
            <a:xfrm>
              <a:off x="10135877" y="1892647"/>
              <a:ext cx="875394" cy="46548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메인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82F38A7-635A-DFEF-01C3-FA5C9232C219}"/>
                </a:ext>
              </a:extLst>
            </p:cNvPr>
            <p:cNvSpPr/>
            <p:nvPr userDrawn="1"/>
          </p:nvSpPr>
          <p:spPr>
            <a:xfrm>
              <a:off x="10147368" y="2389877"/>
              <a:ext cx="875394" cy="46548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서브 </a:t>
              </a:r>
              <a:r>
                <a:rPr lang="en-US" altLang="ko-KR" sz="1100"/>
                <a:t>1</a:t>
              </a:r>
              <a:endParaRPr lang="ko-KR" altLang="en-US" sz="110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EB78D81-6534-15BB-8A11-3383A8965E22}"/>
              </a:ext>
            </a:extLst>
          </p:cNvPr>
          <p:cNvSpPr txBox="1"/>
          <p:nvPr userDrawn="1"/>
        </p:nvSpPr>
        <p:spPr>
          <a:xfrm>
            <a:off x="10048163" y="64860"/>
            <a:ext cx="1828800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삼성화재 </a:t>
            </a:r>
            <a:r>
              <a:rPr lang="en-US" alt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 Color </a:t>
            </a:r>
            <a:endParaRPr lang="ko-KR" alt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;p39">
            <a:extLst>
              <a:ext uri="{FF2B5EF4-FFF2-40B4-BE49-F238E27FC236}">
                <a16:creationId xmlns:a16="http://schemas.microsoft.com/office/drawing/2014/main" id="{30425A91-D124-2096-5036-8369AD4C7391}"/>
              </a:ext>
            </a:extLst>
          </p:cNvPr>
          <p:cNvSpPr txBox="1">
            <a:spLocks noGrp="1"/>
          </p:cNvSpPr>
          <p:nvPr userDrawn="1">
            <p:ph type="sldNum" idx="12"/>
          </p:nvPr>
        </p:nvSpPr>
        <p:spPr>
          <a:xfrm>
            <a:off x="3558473" y="6471840"/>
            <a:ext cx="280928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6735BB6-A4E1-5099-85C0-BE826612CC74}"/>
              </a:ext>
            </a:extLst>
          </p:cNvPr>
          <p:cNvSpPr/>
          <p:nvPr userDrawn="1"/>
        </p:nvSpPr>
        <p:spPr>
          <a:xfrm>
            <a:off x="474791" y="1142228"/>
            <a:ext cx="6706159" cy="4950597"/>
          </a:xfrm>
          <a:prstGeom prst="roundRect">
            <a:avLst>
              <a:gd name="adj" fmla="val 4074"/>
            </a:avLst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EEC320-C5B2-DFAC-AB70-0C76E4219922}"/>
              </a:ext>
            </a:extLst>
          </p:cNvPr>
          <p:cNvSpPr txBox="1"/>
          <p:nvPr userDrawn="1"/>
        </p:nvSpPr>
        <p:spPr>
          <a:xfrm>
            <a:off x="628617" y="1259932"/>
            <a:ext cx="1940343" cy="27699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삼성화재 </a:t>
            </a:r>
            <a:r>
              <a:rPr lang="en-US" altLang="ko-KR" sz="120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AI</a:t>
            </a:r>
            <a:r>
              <a:rPr lang="ko-KR" altLang="en-US" sz="120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챗봇</a:t>
            </a:r>
            <a:endParaRPr lang="ko-KR" altLang="en-US" sz="120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678B1E7-BA25-A92A-75EA-0B7C291B03BF}"/>
              </a:ext>
            </a:extLst>
          </p:cNvPr>
          <p:cNvSpPr/>
          <p:nvPr userDrawn="1"/>
        </p:nvSpPr>
        <p:spPr>
          <a:xfrm>
            <a:off x="674420" y="2329662"/>
            <a:ext cx="1894541" cy="537775"/>
          </a:xfrm>
          <a:prstGeom prst="roundRect">
            <a:avLst>
              <a:gd name="adj" fmla="val 890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>
                <a:solidFill>
                  <a:schemeClr val="bg1"/>
                </a:solidFill>
              </a:rPr>
              <a:t>경화엔지니어링 </a:t>
            </a:r>
            <a:endParaRPr lang="en-US" altLang="ko-KR" sz="900">
              <a:solidFill>
                <a:schemeClr val="bg1"/>
              </a:solidFill>
            </a:endParaRPr>
          </a:p>
          <a:p>
            <a:pPr algn="l"/>
            <a:r>
              <a:rPr lang="ko-KR" altLang="en-US" sz="900">
                <a:solidFill>
                  <a:schemeClr val="bg1"/>
                </a:solidFill>
              </a:rPr>
              <a:t>맞춤형 상품 추천에 대한 대화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24EF33-60DC-6B28-AA3E-9902116A7FEF}"/>
              </a:ext>
            </a:extLst>
          </p:cNvPr>
          <p:cNvSpPr txBox="1"/>
          <p:nvPr userDrawn="1"/>
        </p:nvSpPr>
        <p:spPr>
          <a:xfrm>
            <a:off x="656490" y="2112362"/>
            <a:ext cx="686406" cy="21544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l"/>
            <a:r>
              <a:rPr lang="ko-KR" altLang="en-US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어제</a:t>
            </a:r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14:23</a:t>
            </a:r>
            <a:endParaRPr lang="ko-KR" altLang="en-US" sz="80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FF575F-9286-8ADB-1380-FB073C9265A7}"/>
              </a:ext>
            </a:extLst>
          </p:cNvPr>
          <p:cNvSpPr txBox="1"/>
          <p:nvPr userDrawn="1"/>
        </p:nvSpPr>
        <p:spPr>
          <a:xfrm>
            <a:off x="656490" y="2938073"/>
            <a:ext cx="1099981" cy="21544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l"/>
            <a:r>
              <a:rPr lang="ko-KR" altLang="en-US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지난주 수요일 </a:t>
            </a:r>
            <a:r>
              <a:rPr lang="en-US" altLang="ko-KR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17:50</a:t>
            </a:r>
            <a:endParaRPr lang="ko-KR" altLang="en-US" sz="80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4F8719-122A-3A60-BD28-5F7D247502AE}"/>
              </a:ext>
            </a:extLst>
          </p:cNvPr>
          <p:cNvSpPr txBox="1"/>
          <p:nvPr userDrawn="1"/>
        </p:nvSpPr>
        <p:spPr>
          <a:xfrm>
            <a:off x="656490" y="3856200"/>
            <a:ext cx="1128835" cy="21544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l"/>
            <a:r>
              <a:rPr lang="en-US" altLang="ko-KR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r>
              <a:rPr lang="en-US" altLang="ko-KR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월요일 </a:t>
            </a:r>
            <a:r>
              <a:rPr lang="en-US" altLang="ko-KR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17:05</a:t>
            </a:r>
            <a:endParaRPr lang="ko-KR" altLang="en-US" sz="80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5F06422-6A60-8544-9412-E6B47643C3E1}"/>
              </a:ext>
            </a:extLst>
          </p:cNvPr>
          <p:cNvSpPr/>
          <p:nvPr userDrawn="1"/>
        </p:nvSpPr>
        <p:spPr>
          <a:xfrm>
            <a:off x="674420" y="3144040"/>
            <a:ext cx="1894541" cy="648540"/>
          </a:xfrm>
          <a:prstGeom prst="roundRect">
            <a:avLst>
              <a:gd name="adj" fmla="val 8904"/>
            </a:avLst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>
                <a:solidFill>
                  <a:schemeClr val="bg1"/>
                </a:solidFill>
              </a:rPr>
              <a:t>영업배상책임보험</a:t>
            </a:r>
            <a:endParaRPr lang="en-US" altLang="ko-KR" sz="900">
              <a:solidFill>
                <a:schemeClr val="bg1"/>
              </a:solidFill>
            </a:endParaRPr>
          </a:p>
          <a:p>
            <a:pPr algn="l"/>
            <a:r>
              <a:rPr lang="ko-KR" altLang="en-US" sz="900">
                <a:solidFill>
                  <a:schemeClr val="bg1"/>
                </a:solidFill>
              </a:rPr>
              <a:t>가입필수 서류 안내와 약관</a:t>
            </a:r>
            <a:r>
              <a:rPr lang="en-US" altLang="ko-KR" sz="900">
                <a:solidFill>
                  <a:schemeClr val="bg1"/>
                </a:solidFill>
              </a:rPr>
              <a:t>/</a:t>
            </a:r>
            <a:r>
              <a:rPr lang="ko-KR" altLang="en-US" sz="900">
                <a:solidFill>
                  <a:schemeClr val="bg1"/>
                </a:solidFill>
              </a:rPr>
              <a:t>보상에 대한 대화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74A0C-529B-E3BE-132C-6E12BAC4B3E8}"/>
              </a:ext>
            </a:extLst>
          </p:cNvPr>
          <p:cNvSpPr/>
          <p:nvPr userDrawn="1"/>
        </p:nvSpPr>
        <p:spPr>
          <a:xfrm>
            <a:off x="674420" y="4066612"/>
            <a:ext cx="1894541" cy="537775"/>
          </a:xfrm>
          <a:prstGeom prst="roundRect">
            <a:avLst>
              <a:gd name="adj" fmla="val 8904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>
                <a:solidFill>
                  <a:schemeClr val="bg1"/>
                </a:solidFill>
              </a:rPr>
              <a:t>중동파이프 </a:t>
            </a:r>
            <a:endParaRPr lang="en-US" altLang="ko-KR" sz="900">
              <a:solidFill>
                <a:schemeClr val="bg1"/>
              </a:solidFill>
            </a:endParaRPr>
          </a:p>
          <a:p>
            <a:pPr algn="l"/>
            <a:r>
              <a:rPr lang="ko-KR" altLang="en-US" sz="900">
                <a:solidFill>
                  <a:schemeClr val="bg1"/>
                </a:solidFill>
              </a:rPr>
              <a:t>보험안내서 제공을 위한  대화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530364-3146-CEB9-C2C0-108956954B43}"/>
              </a:ext>
            </a:extLst>
          </p:cNvPr>
          <p:cNvSpPr txBox="1"/>
          <p:nvPr userDrawn="1"/>
        </p:nvSpPr>
        <p:spPr>
          <a:xfrm>
            <a:off x="656490" y="4686833"/>
            <a:ext cx="1128835" cy="21544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l"/>
            <a:r>
              <a:rPr lang="en-US" altLang="ko-KR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r>
              <a:rPr lang="en-US" altLang="ko-KR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월요일 </a:t>
            </a:r>
            <a:r>
              <a:rPr lang="en-US" altLang="ko-KR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10:23</a:t>
            </a:r>
            <a:endParaRPr lang="ko-KR" altLang="en-US" sz="80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1D476B8-38DB-C296-BE2E-01BB96CBFB24}"/>
              </a:ext>
            </a:extLst>
          </p:cNvPr>
          <p:cNvSpPr/>
          <p:nvPr userDrawn="1"/>
        </p:nvSpPr>
        <p:spPr>
          <a:xfrm>
            <a:off x="674420" y="4912485"/>
            <a:ext cx="1894541" cy="537775"/>
          </a:xfrm>
          <a:prstGeom prst="roundRect">
            <a:avLst>
              <a:gd name="adj" fmla="val 8904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>
                <a:solidFill>
                  <a:schemeClr val="bg1"/>
                </a:solidFill>
              </a:rPr>
              <a:t>중동파이프</a:t>
            </a:r>
            <a:endParaRPr lang="en-US" altLang="ko-KR" sz="900">
              <a:solidFill>
                <a:schemeClr val="bg1"/>
              </a:solidFill>
            </a:endParaRPr>
          </a:p>
          <a:p>
            <a:pPr algn="l"/>
            <a:r>
              <a:rPr lang="ko-KR" altLang="en-US" sz="900">
                <a:solidFill>
                  <a:schemeClr val="bg1"/>
                </a:solidFill>
              </a:rPr>
              <a:t>맞춤형 상품 추천에 대한 대화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23B7E0-1BCD-FDAB-A64A-B3C027FCE08D}"/>
              </a:ext>
            </a:extLst>
          </p:cNvPr>
          <p:cNvSpPr txBox="1"/>
          <p:nvPr userDrawn="1"/>
        </p:nvSpPr>
        <p:spPr>
          <a:xfrm>
            <a:off x="656490" y="5529539"/>
            <a:ext cx="1191352" cy="21544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l"/>
            <a:r>
              <a:rPr lang="en-US" altLang="ko-KR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r>
              <a:rPr lang="en-US" altLang="ko-KR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r>
              <a:rPr lang="ko-KR" altLang="en-US" sz="8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목요일 </a:t>
            </a:r>
            <a:r>
              <a:rPr lang="en-US" altLang="ko-KR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15:55</a:t>
            </a:r>
            <a:endParaRPr lang="ko-KR" altLang="en-US" sz="80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0B00616-EB1D-CE25-0EC0-2E99E1DD7A42}"/>
              </a:ext>
            </a:extLst>
          </p:cNvPr>
          <p:cNvSpPr/>
          <p:nvPr userDrawn="1"/>
        </p:nvSpPr>
        <p:spPr>
          <a:xfrm>
            <a:off x="674420" y="5755191"/>
            <a:ext cx="1894541" cy="310329"/>
          </a:xfrm>
          <a:prstGeom prst="roundRect">
            <a:avLst>
              <a:gd name="adj" fmla="val 18726"/>
            </a:avLst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/>
          <a:lstStyle/>
          <a:p>
            <a:pPr algn="l"/>
            <a:r>
              <a:rPr lang="ko-KR" altLang="en-US" sz="900">
                <a:solidFill>
                  <a:schemeClr val="bg1"/>
                </a:solidFill>
              </a:rPr>
              <a:t>경화엔지니어링</a:t>
            </a:r>
            <a:endParaRPr lang="en-US" altLang="ko-KR" sz="900">
              <a:solidFill>
                <a:schemeClr val="bg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D13F4A9-688E-6779-4287-EFF3769A868B}"/>
              </a:ext>
            </a:extLst>
          </p:cNvPr>
          <p:cNvSpPr/>
          <p:nvPr userDrawn="1"/>
        </p:nvSpPr>
        <p:spPr>
          <a:xfrm>
            <a:off x="2620071" y="1718094"/>
            <a:ext cx="67733" cy="15070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960B08A-96E8-D718-A925-98D69BBDDE0F}"/>
              </a:ext>
            </a:extLst>
          </p:cNvPr>
          <p:cNvGrpSpPr/>
          <p:nvPr userDrawn="1"/>
        </p:nvGrpSpPr>
        <p:grpSpPr>
          <a:xfrm>
            <a:off x="2388241" y="1342010"/>
            <a:ext cx="190500" cy="127000"/>
            <a:chOff x="-982133" y="1583267"/>
            <a:chExt cx="304800" cy="203200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F24D24D-A0F8-0FA4-EEE9-DF4D01B1BFF8}"/>
                </a:ext>
              </a:extLst>
            </p:cNvPr>
            <p:cNvCxnSpPr/>
            <p:nvPr/>
          </p:nvCxnSpPr>
          <p:spPr>
            <a:xfrm>
              <a:off x="-982133" y="1583267"/>
              <a:ext cx="3048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F8DCB621-1D48-9138-6F5D-BB9380390F6F}"/>
                </a:ext>
              </a:extLst>
            </p:cNvPr>
            <p:cNvCxnSpPr/>
            <p:nvPr/>
          </p:nvCxnSpPr>
          <p:spPr>
            <a:xfrm>
              <a:off x="-982133" y="1684867"/>
              <a:ext cx="3048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A33DED49-D837-C3FB-773D-3EB3A8B8FA30}"/>
                </a:ext>
              </a:extLst>
            </p:cNvPr>
            <p:cNvCxnSpPr/>
            <p:nvPr/>
          </p:nvCxnSpPr>
          <p:spPr>
            <a:xfrm>
              <a:off x="-982133" y="1786467"/>
              <a:ext cx="3048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75A99D0-D8BE-DA06-FD0A-37187CF32CAB}"/>
              </a:ext>
            </a:extLst>
          </p:cNvPr>
          <p:cNvSpPr/>
          <p:nvPr userDrawn="1"/>
        </p:nvSpPr>
        <p:spPr>
          <a:xfrm>
            <a:off x="3257550" y="5572838"/>
            <a:ext cx="3786835" cy="35303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ko-KR" altLang="en-US" sz="90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</a:rPr>
              <a:t>여기를 눌러 궁금한 내용을 입력해주세요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ECA4D62-FA53-014C-71DE-2D176BBB558C}"/>
              </a:ext>
            </a:extLst>
          </p:cNvPr>
          <p:cNvGrpSpPr/>
          <p:nvPr userDrawn="1"/>
        </p:nvGrpSpPr>
        <p:grpSpPr>
          <a:xfrm>
            <a:off x="6760755" y="5667375"/>
            <a:ext cx="177800" cy="177800"/>
            <a:chOff x="8877300" y="5191125"/>
            <a:chExt cx="177800" cy="177800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5BF8F12-56B6-5401-9C3B-4017EE4B9FBF}"/>
                </a:ext>
              </a:extLst>
            </p:cNvPr>
            <p:cNvSpPr/>
            <p:nvPr/>
          </p:nvSpPr>
          <p:spPr>
            <a:xfrm>
              <a:off x="8877300" y="5191125"/>
              <a:ext cx="177800" cy="17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grpSp>
          <p:nvGrpSpPr>
            <p:cNvPr id="36" name="그래픽 84">
              <a:extLst>
                <a:ext uri="{FF2B5EF4-FFF2-40B4-BE49-F238E27FC236}">
                  <a16:creationId xmlns:a16="http://schemas.microsoft.com/office/drawing/2014/main" id="{0A481DE7-52E0-41F1-3E78-56F7EF7C5526}"/>
                </a:ext>
              </a:extLst>
            </p:cNvPr>
            <p:cNvGrpSpPr/>
            <p:nvPr/>
          </p:nvGrpSpPr>
          <p:grpSpPr>
            <a:xfrm rot="2700000">
              <a:off x="8905769" y="5234990"/>
              <a:ext cx="111470" cy="81166"/>
              <a:chOff x="6242173" y="1168299"/>
              <a:chExt cx="540000" cy="393195"/>
            </a:xfrm>
            <a:solidFill>
              <a:schemeClr val="bg1"/>
            </a:solidFill>
          </p:grpSpPr>
          <p:sp>
            <p:nvSpPr>
              <p:cNvPr id="37" name="자유형: 도형 36">
                <a:extLst>
                  <a:ext uri="{FF2B5EF4-FFF2-40B4-BE49-F238E27FC236}">
                    <a16:creationId xmlns:a16="http://schemas.microsoft.com/office/drawing/2014/main" id="{266E1518-EEFD-1305-FC92-B1CC705F9369}"/>
                  </a:ext>
                </a:extLst>
              </p:cNvPr>
              <p:cNvSpPr/>
              <p:nvPr/>
            </p:nvSpPr>
            <p:spPr>
              <a:xfrm>
                <a:off x="6242173" y="1168299"/>
                <a:ext cx="540000" cy="393195"/>
              </a:xfrm>
              <a:custGeom>
                <a:avLst/>
                <a:gdLst>
                  <a:gd name="connsiteX0" fmla="*/ 398457 w 540000"/>
                  <a:gd name="connsiteY0" fmla="*/ 393196 h 393195"/>
                  <a:gd name="connsiteX1" fmla="*/ 210950 w 540000"/>
                  <a:gd name="connsiteY1" fmla="*/ 317739 h 393195"/>
                  <a:gd name="connsiteX2" fmla="*/ 217253 w 540000"/>
                  <a:gd name="connsiteY2" fmla="*/ 302075 h 393195"/>
                  <a:gd name="connsiteX3" fmla="*/ 388509 w 540000"/>
                  <a:gd name="connsiteY3" fmla="*/ 371001 h 393195"/>
                  <a:gd name="connsiteX4" fmla="*/ 510924 w 540000"/>
                  <a:gd name="connsiteY4" fmla="*/ 30919 h 393195"/>
                  <a:gd name="connsiteX5" fmla="*/ 43883 w 540000"/>
                  <a:gd name="connsiteY5" fmla="*/ 232301 h 393195"/>
                  <a:gd name="connsiteX6" fmla="*/ 121361 w 540000"/>
                  <a:gd name="connsiteY6" fmla="*/ 263482 h 393195"/>
                  <a:gd name="connsiteX7" fmla="*/ 115054 w 540000"/>
                  <a:gd name="connsiteY7" fmla="*/ 279142 h 393195"/>
                  <a:gd name="connsiteX8" fmla="*/ 0 w 540000"/>
                  <a:gd name="connsiteY8" fmla="*/ 232837 h 393195"/>
                  <a:gd name="connsiteX9" fmla="*/ 540000 w 540000"/>
                  <a:gd name="connsiteY9" fmla="*/ 0 h 393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0000" h="393195">
                    <a:moveTo>
                      <a:pt x="398457" y="393196"/>
                    </a:moveTo>
                    <a:lnTo>
                      <a:pt x="210950" y="317739"/>
                    </a:lnTo>
                    <a:lnTo>
                      <a:pt x="217253" y="302075"/>
                    </a:lnTo>
                    <a:lnTo>
                      <a:pt x="388509" y="371001"/>
                    </a:lnTo>
                    <a:lnTo>
                      <a:pt x="510924" y="30919"/>
                    </a:lnTo>
                    <a:lnTo>
                      <a:pt x="43883" y="232301"/>
                    </a:lnTo>
                    <a:lnTo>
                      <a:pt x="121361" y="263482"/>
                    </a:lnTo>
                    <a:lnTo>
                      <a:pt x="115054" y="279142"/>
                    </a:lnTo>
                    <a:lnTo>
                      <a:pt x="0" y="232837"/>
                    </a:lnTo>
                    <a:lnTo>
                      <a:pt x="540000" y="0"/>
                    </a:lnTo>
                    <a:close/>
                  </a:path>
                </a:pathLst>
              </a:custGeom>
              <a:grpFill/>
              <a:ln w="4167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43984681-47F0-6849-51DA-01B55D09F297}"/>
                  </a:ext>
                </a:extLst>
              </p:cNvPr>
              <p:cNvSpPr/>
              <p:nvPr/>
            </p:nvSpPr>
            <p:spPr>
              <a:xfrm>
                <a:off x="6350059" y="1177584"/>
                <a:ext cx="423330" cy="379577"/>
              </a:xfrm>
              <a:custGeom>
                <a:avLst/>
                <a:gdLst>
                  <a:gd name="connsiteX0" fmla="*/ 45335 w 423330"/>
                  <a:gd name="connsiteY0" fmla="*/ 379578 h 379577"/>
                  <a:gd name="connsiteX1" fmla="*/ 0 w 423330"/>
                  <a:gd name="connsiteY1" fmla="*/ 258542 h 379577"/>
                  <a:gd name="connsiteX2" fmla="*/ 197159 w 423330"/>
                  <a:gd name="connsiteY2" fmla="*/ 134675 h 379577"/>
                  <a:gd name="connsiteX3" fmla="*/ 206141 w 423330"/>
                  <a:gd name="connsiteY3" fmla="*/ 148973 h 379577"/>
                  <a:gd name="connsiteX4" fmla="*/ 20638 w 423330"/>
                  <a:gd name="connsiteY4" fmla="*/ 265515 h 379577"/>
                  <a:gd name="connsiteX5" fmla="*/ 51110 w 423330"/>
                  <a:gd name="connsiteY5" fmla="*/ 346866 h 379577"/>
                  <a:gd name="connsiteX6" fmla="*/ 97192 w 423330"/>
                  <a:gd name="connsiteY6" fmla="*/ 293131 h 379577"/>
                  <a:gd name="connsiteX7" fmla="*/ 411822 w 423330"/>
                  <a:gd name="connsiteY7" fmla="*/ 0 h 379577"/>
                  <a:gd name="connsiteX8" fmla="*/ 423330 w 423330"/>
                  <a:gd name="connsiteY8" fmla="*/ 12352 h 379577"/>
                  <a:gd name="connsiteX9" fmla="*/ 109050 w 423330"/>
                  <a:gd name="connsiteY9" fmla="*/ 305155 h 379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3330" h="379577">
                    <a:moveTo>
                      <a:pt x="45335" y="379578"/>
                    </a:moveTo>
                    <a:lnTo>
                      <a:pt x="0" y="258542"/>
                    </a:lnTo>
                    <a:lnTo>
                      <a:pt x="197159" y="134675"/>
                    </a:lnTo>
                    <a:lnTo>
                      <a:pt x="206141" y="148973"/>
                    </a:lnTo>
                    <a:lnTo>
                      <a:pt x="20638" y="265515"/>
                    </a:lnTo>
                    <a:lnTo>
                      <a:pt x="51110" y="346866"/>
                    </a:lnTo>
                    <a:lnTo>
                      <a:pt x="97192" y="293131"/>
                    </a:lnTo>
                    <a:lnTo>
                      <a:pt x="411822" y="0"/>
                    </a:lnTo>
                    <a:lnTo>
                      <a:pt x="423330" y="12352"/>
                    </a:lnTo>
                    <a:lnTo>
                      <a:pt x="109050" y="305155"/>
                    </a:lnTo>
                    <a:close/>
                  </a:path>
                </a:pathLst>
              </a:custGeom>
              <a:grpFill/>
              <a:ln w="4167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3059893-5415-2356-5E58-D3621AD1D2AD}"/>
              </a:ext>
            </a:extLst>
          </p:cNvPr>
          <p:cNvSpPr/>
          <p:nvPr userDrawn="1"/>
        </p:nvSpPr>
        <p:spPr>
          <a:xfrm>
            <a:off x="674420" y="1720063"/>
            <a:ext cx="1894541" cy="311938"/>
          </a:xfrm>
          <a:prstGeom prst="roundRect">
            <a:avLst>
              <a:gd name="adj" fmla="val 1501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accent1"/>
                </a:solidFill>
              </a:rPr>
              <a:t>      새 대화 시작하기</a:t>
            </a:r>
          </a:p>
        </p:txBody>
      </p:sp>
      <p:sp>
        <p:nvSpPr>
          <p:cNvPr id="40" name="Freeform 122">
            <a:extLst>
              <a:ext uri="{FF2B5EF4-FFF2-40B4-BE49-F238E27FC236}">
                <a16:creationId xmlns:a16="http://schemas.microsoft.com/office/drawing/2014/main" id="{7D7E254D-8A5A-1B9F-AE8E-39D83C3B918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72482" y="1808479"/>
            <a:ext cx="136103" cy="136103"/>
          </a:xfrm>
          <a:custGeom>
            <a:avLst/>
            <a:gdLst>
              <a:gd name="T0" fmla="*/ 62 w 200"/>
              <a:gd name="T1" fmla="*/ 111 h 200"/>
              <a:gd name="T2" fmla="*/ 157 w 200"/>
              <a:gd name="T3" fmla="*/ 17 h 200"/>
              <a:gd name="T4" fmla="*/ 12 w 200"/>
              <a:gd name="T5" fmla="*/ 17 h 200"/>
              <a:gd name="T6" fmla="*/ 0 w 200"/>
              <a:gd name="T7" fmla="*/ 29 h 200"/>
              <a:gd name="T8" fmla="*/ 0 w 200"/>
              <a:gd name="T9" fmla="*/ 200 h 200"/>
              <a:gd name="T10" fmla="*/ 171 w 200"/>
              <a:gd name="T11" fmla="*/ 200 h 200"/>
              <a:gd name="T12" fmla="*/ 183 w 200"/>
              <a:gd name="T13" fmla="*/ 187 h 200"/>
              <a:gd name="T14" fmla="*/ 183 w 200"/>
              <a:gd name="T15" fmla="*/ 43 h 200"/>
              <a:gd name="T16" fmla="*/ 89 w 200"/>
              <a:gd name="T17" fmla="*/ 138 h 200"/>
              <a:gd name="T18" fmla="*/ 62 w 200"/>
              <a:gd name="T19" fmla="*/ 111 h 200"/>
              <a:gd name="T20" fmla="*/ 46 w 200"/>
              <a:gd name="T21" fmla="*/ 154 h 200"/>
              <a:gd name="T22" fmla="*/ 46 w 200"/>
              <a:gd name="T23" fmla="*/ 130 h 200"/>
              <a:gd name="T24" fmla="*/ 70 w 200"/>
              <a:gd name="T25" fmla="*/ 154 h 200"/>
              <a:gd name="T26" fmla="*/ 46 w 200"/>
              <a:gd name="T27" fmla="*/ 154 h 200"/>
              <a:gd name="T28" fmla="*/ 174 w 200"/>
              <a:gd name="T29" fmla="*/ 0 h 200"/>
              <a:gd name="T30" fmla="*/ 157 w 200"/>
              <a:gd name="T31" fmla="*/ 16 h 200"/>
              <a:gd name="T32" fmla="*/ 157 w 200"/>
              <a:gd name="T33" fmla="*/ 17 h 200"/>
              <a:gd name="T34" fmla="*/ 157 w 200"/>
              <a:gd name="T35" fmla="*/ 17 h 200"/>
              <a:gd name="T36" fmla="*/ 183 w 200"/>
              <a:gd name="T37" fmla="*/ 42 h 200"/>
              <a:gd name="T38" fmla="*/ 183 w 200"/>
              <a:gd name="T39" fmla="*/ 43 h 200"/>
              <a:gd name="T40" fmla="*/ 183 w 200"/>
              <a:gd name="T41" fmla="*/ 43 h 200"/>
              <a:gd name="T42" fmla="*/ 200 w 200"/>
              <a:gd name="T43" fmla="*/ 26 h 200"/>
              <a:gd name="T44" fmla="*/ 174 w 200"/>
              <a:gd name="T45" fmla="*/ 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00" h="200">
                <a:moveTo>
                  <a:pt x="62" y="111"/>
                </a:moveTo>
                <a:cubicBezTo>
                  <a:pt x="157" y="17"/>
                  <a:pt x="157" y="17"/>
                  <a:pt x="157" y="17"/>
                </a:cubicBezTo>
                <a:cubicBezTo>
                  <a:pt x="12" y="17"/>
                  <a:pt x="12" y="17"/>
                  <a:pt x="12" y="17"/>
                </a:cubicBezTo>
                <a:cubicBezTo>
                  <a:pt x="5" y="17"/>
                  <a:pt x="0" y="22"/>
                  <a:pt x="0" y="29"/>
                </a:cubicBezTo>
                <a:cubicBezTo>
                  <a:pt x="0" y="200"/>
                  <a:pt x="0" y="200"/>
                  <a:pt x="0" y="200"/>
                </a:cubicBezTo>
                <a:cubicBezTo>
                  <a:pt x="171" y="200"/>
                  <a:pt x="171" y="200"/>
                  <a:pt x="171" y="200"/>
                </a:cubicBezTo>
                <a:cubicBezTo>
                  <a:pt x="178" y="200"/>
                  <a:pt x="183" y="194"/>
                  <a:pt x="183" y="187"/>
                </a:cubicBezTo>
                <a:cubicBezTo>
                  <a:pt x="183" y="43"/>
                  <a:pt x="183" y="43"/>
                  <a:pt x="183" y="43"/>
                </a:cubicBezTo>
                <a:cubicBezTo>
                  <a:pt x="89" y="138"/>
                  <a:pt x="89" y="138"/>
                  <a:pt x="89" y="138"/>
                </a:cubicBezTo>
                <a:lnTo>
                  <a:pt x="62" y="111"/>
                </a:lnTo>
                <a:close/>
                <a:moveTo>
                  <a:pt x="46" y="154"/>
                </a:moveTo>
                <a:cubicBezTo>
                  <a:pt x="46" y="130"/>
                  <a:pt x="46" y="130"/>
                  <a:pt x="46" y="130"/>
                </a:cubicBezTo>
                <a:cubicBezTo>
                  <a:pt x="70" y="154"/>
                  <a:pt x="70" y="154"/>
                  <a:pt x="70" y="154"/>
                </a:cubicBezTo>
                <a:lnTo>
                  <a:pt x="46" y="154"/>
                </a:lnTo>
                <a:close/>
                <a:moveTo>
                  <a:pt x="174" y="0"/>
                </a:moveTo>
                <a:cubicBezTo>
                  <a:pt x="157" y="16"/>
                  <a:pt x="157" y="16"/>
                  <a:pt x="157" y="16"/>
                </a:cubicBezTo>
                <a:cubicBezTo>
                  <a:pt x="157" y="17"/>
                  <a:pt x="157" y="17"/>
                  <a:pt x="157" y="17"/>
                </a:cubicBezTo>
                <a:cubicBezTo>
                  <a:pt x="157" y="17"/>
                  <a:pt x="157" y="17"/>
                  <a:pt x="157" y="17"/>
                </a:cubicBezTo>
                <a:cubicBezTo>
                  <a:pt x="183" y="42"/>
                  <a:pt x="183" y="42"/>
                  <a:pt x="183" y="42"/>
                </a:cubicBezTo>
                <a:cubicBezTo>
                  <a:pt x="183" y="43"/>
                  <a:pt x="183" y="43"/>
                  <a:pt x="183" y="43"/>
                </a:cubicBezTo>
                <a:cubicBezTo>
                  <a:pt x="183" y="43"/>
                  <a:pt x="183" y="43"/>
                  <a:pt x="183" y="43"/>
                </a:cubicBezTo>
                <a:cubicBezTo>
                  <a:pt x="200" y="26"/>
                  <a:pt x="200" y="26"/>
                  <a:pt x="200" y="26"/>
                </a:cubicBezTo>
                <a:lnTo>
                  <a:pt x="17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3530" tIns="31766" rIns="63530" bIns="31766" numCol="1" anchor="t" anchorCtr="0" compatLnSpc="1">
            <a:prstTxWarp prst="textNoShape">
              <a:avLst/>
            </a:prstTxWarp>
          </a:bodyPr>
          <a:lstStyle/>
          <a:p>
            <a:endParaRPr lang="en-US" sz="65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9B61C5D-41B4-38CC-707F-FABCB0693D56}"/>
              </a:ext>
            </a:extLst>
          </p:cNvPr>
          <p:cNvSpPr/>
          <p:nvPr userDrawn="1"/>
        </p:nvSpPr>
        <p:spPr>
          <a:xfrm>
            <a:off x="568960" y="5720080"/>
            <a:ext cx="2118844" cy="365228"/>
          </a:xfrm>
          <a:prstGeom prst="rect">
            <a:avLst/>
          </a:prstGeom>
          <a:gradFill flip="none" rotWithShape="1">
            <a:gsLst>
              <a:gs pos="28000">
                <a:schemeClr val="accent5"/>
              </a:gs>
              <a:gs pos="93000">
                <a:schemeClr val="accent5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위쪽 모서리 41">
            <a:extLst>
              <a:ext uri="{FF2B5EF4-FFF2-40B4-BE49-F238E27FC236}">
                <a16:creationId xmlns:a16="http://schemas.microsoft.com/office/drawing/2014/main" id="{012DBE9C-831F-7235-83FC-3A3498401642}"/>
              </a:ext>
            </a:extLst>
          </p:cNvPr>
          <p:cNvSpPr/>
          <p:nvPr userDrawn="1"/>
        </p:nvSpPr>
        <p:spPr>
          <a:xfrm rot="5400000">
            <a:off x="2755352" y="5587441"/>
            <a:ext cx="405334" cy="313603"/>
          </a:xfrm>
          <a:prstGeom prst="round2SameRect">
            <a:avLst>
              <a:gd name="adj1" fmla="val 32675"/>
              <a:gd name="adj2" fmla="val 0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144000" tIns="0" rIns="72000" rtlCol="0" anchor="ctr"/>
          <a:lstStyle/>
          <a:p>
            <a:pPr algn="ctr"/>
            <a:r>
              <a:rPr lang="en-US" altLang="ko-KR" sz="1600" b="1">
                <a:latin typeface="+mj-ea"/>
                <a:ea typeface="+mj-ea"/>
              </a:rPr>
              <a:t>x</a:t>
            </a:r>
            <a:endParaRPr lang="ko-KR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0905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Content" preserve="1" userDrawn="1">
  <p:cSld name="1_Title and Full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EBF9A001-E29F-E6B5-F3CA-92545FBD716E}"/>
              </a:ext>
            </a:extLst>
          </p:cNvPr>
          <p:cNvSpPr/>
          <p:nvPr userDrawn="1"/>
        </p:nvSpPr>
        <p:spPr>
          <a:xfrm rot="16200000">
            <a:off x="-1621774" y="3259394"/>
            <a:ext cx="4927988" cy="686233"/>
          </a:xfrm>
          <a:prstGeom prst="round2SameRect">
            <a:avLst>
              <a:gd name="adj1" fmla="val 32675"/>
              <a:gd name="adj2" fmla="val 0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Google Shape;31;p43"/>
          <p:cNvSpPr txBox="1">
            <a:spLocks noGrp="1"/>
          </p:cNvSpPr>
          <p:nvPr>
            <p:ph type="title" hasCustomPrompt="1"/>
          </p:nvPr>
        </p:nvSpPr>
        <p:spPr>
          <a:xfrm>
            <a:off x="447577" y="491074"/>
            <a:ext cx="90108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2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 err="1"/>
              <a:t>맑은고딕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BOLD, 22PT</a:t>
            </a:r>
            <a:endParaRPr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6C81774-45E8-9426-8364-9A9012E2ECEE}"/>
              </a:ext>
            </a:extLst>
          </p:cNvPr>
          <p:cNvGrpSpPr/>
          <p:nvPr userDrawn="1"/>
        </p:nvGrpSpPr>
        <p:grpSpPr>
          <a:xfrm>
            <a:off x="10127926" y="485266"/>
            <a:ext cx="1796744" cy="1986305"/>
            <a:chOff x="10135877" y="1892647"/>
            <a:chExt cx="1796744" cy="198630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367E838A-0717-E61A-3C7C-AE93250CE193}"/>
                </a:ext>
              </a:extLst>
            </p:cNvPr>
            <p:cNvSpPr/>
            <p:nvPr userDrawn="1"/>
          </p:nvSpPr>
          <p:spPr>
            <a:xfrm>
              <a:off x="11033374" y="1892647"/>
              <a:ext cx="875394" cy="4654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핵심폰트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CCEA73F-CDC6-0936-DE14-A33BDCF2F181}"/>
                </a:ext>
              </a:extLst>
            </p:cNvPr>
            <p:cNvSpPr/>
            <p:nvPr userDrawn="1"/>
          </p:nvSpPr>
          <p:spPr>
            <a:xfrm>
              <a:off x="11054567" y="2392478"/>
              <a:ext cx="875394" cy="46548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서브 </a:t>
              </a:r>
              <a:r>
                <a:rPr lang="en-US" altLang="ko-KR" sz="1100"/>
                <a:t>2</a:t>
              </a:r>
              <a:endParaRPr lang="ko-KR" altLang="en-US" sz="110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E2835CB-9B79-F754-52FE-2BBAA78CBF1A}"/>
                </a:ext>
              </a:extLst>
            </p:cNvPr>
            <p:cNvSpPr/>
            <p:nvPr userDrawn="1"/>
          </p:nvSpPr>
          <p:spPr>
            <a:xfrm>
              <a:off x="10144671" y="3413471"/>
              <a:ext cx="875394" cy="46548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그레이 </a:t>
              </a:r>
              <a:r>
                <a:rPr lang="en-US" altLang="ko-KR" sz="1100"/>
                <a:t>1</a:t>
              </a:r>
              <a:endParaRPr lang="ko-KR" altLang="en-US" sz="11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F0EAF9-9BAE-C6A4-F75A-5824F4890649}"/>
                </a:ext>
              </a:extLst>
            </p:cNvPr>
            <p:cNvSpPr/>
            <p:nvPr userDrawn="1"/>
          </p:nvSpPr>
          <p:spPr>
            <a:xfrm>
              <a:off x="11057227" y="3412373"/>
              <a:ext cx="875394" cy="46548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강조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ADF9E8E-390B-CA58-705C-BF0807E9102B}"/>
                </a:ext>
              </a:extLst>
            </p:cNvPr>
            <p:cNvSpPr/>
            <p:nvPr userDrawn="1"/>
          </p:nvSpPr>
          <p:spPr>
            <a:xfrm>
              <a:off x="10152622" y="2893910"/>
              <a:ext cx="875394" cy="4654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배경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B2CA84E-E49F-E31D-BB3D-EEBABE4F94FD}"/>
                </a:ext>
              </a:extLst>
            </p:cNvPr>
            <p:cNvSpPr/>
            <p:nvPr userDrawn="1"/>
          </p:nvSpPr>
          <p:spPr>
            <a:xfrm>
              <a:off x="11049276" y="2892812"/>
              <a:ext cx="875394" cy="46548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배경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260C5E0-60A7-A0C3-F11C-E52402D326AD}"/>
                </a:ext>
              </a:extLst>
            </p:cNvPr>
            <p:cNvSpPr/>
            <p:nvPr userDrawn="1"/>
          </p:nvSpPr>
          <p:spPr>
            <a:xfrm>
              <a:off x="10135877" y="1892647"/>
              <a:ext cx="875394" cy="46548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메인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82F38A7-635A-DFEF-01C3-FA5C9232C219}"/>
                </a:ext>
              </a:extLst>
            </p:cNvPr>
            <p:cNvSpPr/>
            <p:nvPr userDrawn="1"/>
          </p:nvSpPr>
          <p:spPr>
            <a:xfrm>
              <a:off x="10147368" y="2389877"/>
              <a:ext cx="875394" cy="46548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서브 </a:t>
              </a:r>
              <a:r>
                <a:rPr lang="en-US" altLang="ko-KR" sz="1100"/>
                <a:t>1</a:t>
              </a:r>
              <a:endParaRPr lang="ko-KR" altLang="en-US" sz="110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EB78D81-6534-15BB-8A11-3383A8965E22}"/>
              </a:ext>
            </a:extLst>
          </p:cNvPr>
          <p:cNvSpPr txBox="1"/>
          <p:nvPr userDrawn="1"/>
        </p:nvSpPr>
        <p:spPr>
          <a:xfrm>
            <a:off x="10048163" y="64860"/>
            <a:ext cx="1828800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삼성화재 </a:t>
            </a:r>
            <a:r>
              <a:rPr lang="en-US" alt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 Color </a:t>
            </a:r>
            <a:endParaRPr lang="ko-KR" alt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;p39">
            <a:extLst>
              <a:ext uri="{FF2B5EF4-FFF2-40B4-BE49-F238E27FC236}">
                <a16:creationId xmlns:a16="http://schemas.microsoft.com/office/drawing/2014/main" id="{30425A91-D124-2096-5036-8369AD4C7391}"/>
              </a:ext>
            </a:extLst>
          </p:cNvPr>
          <p:cNvSpPr txBox="1">
            <a:spLocks noGrp="1"/>
          </p:cNvSpPr>
          <p:nvPr userDrawn="1">
            <p:ph type="sldNum" idx="12"/>
          </p:nvPr>
        </p:nvSpPr>
        <p:spPr>
          <a:xfrm>
            <a:off x="3558473" y="6471840"/>
            <a:ext cx="280928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6735BB6-A4E1-5099-85C0-BE826612CC74}"/>
              </a:ext>
            </a:extLst>
          </p:cNvPr>
          <p:cNvSpPr/>
          <p:nvPr userDrawn="1"/>
        </p:nvSpPr>
        <p:spPr>
          <a:xfrm>
            <a:off x="474791" y="1142228"/>
            <a:ext cx="6706159" cy="4950597"/>
          </a:xfrm>
          <a:prstGeom prst="roundRect">
            <a:avLst>
              <a:gd name="adj" fmla="val 4074"/>
            </a:avLst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678B1E7-BA25-A92A-75EA-0B7C291B03BF}"/>
              </a:ext>
            </a:extLst>
          </p:cNvPr>
          <p:cNvSpPr/>
          <p:nvPr userDrawn="1"/>
        </p:nvSpPr>
        <p:spPr>
          <a:xfrm>
            <a:off x="674420" y="2329662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경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960B08A-96E8-D718-A925-98D69BBDDE0F}"/>
              </a:ext>
            </a:extLst>
          </p:cNvPr>
          <p:cNvGrpSpPr/>
          <p:nvPr userDrawn="1"/>
        </p:nvGrpSpPr>
        <p:grpSpPr>
          <a:xfrm>
            <a:off x="745708" y="1342010"/>
            <a:ext cx="190500" cy="127000"/>
            <a:chOff x="-982133" y="1583267"/>
            <a:chExt cx="304800" cy="203200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F24D24D-A0F8-0FA4-EEE9-DF4D01B1BFF8}"/>
                </a:ext>
              </a:extLst>
            </p:cNvPr>
            <p:cNvCxnSpPr/>
            <p:nvPr/>
          </p:nvCxnSpPr>
          <p:spPr>
            <a:xfrm>
              <a:off x="-982133" y="1583267"/>
              <a:ext cx="3048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F8DCB621-1D48-9138-6F5D-BB9380390F6F}"/>
                </a:ext>
              </a:extLst>
            </p:cNvPr>
            <p:cNvCxnSpPr/>
            <p:nvPr/>
          </p:nvCxnSpPr>
          <p:spPr>
            <a:xfrm>
              <a:off x="-982133" y="1684867"/>
              <a:ext cx="3048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A33DED49-D837-C3FB-773D-3EB3A8B8FA30}"/>
                </a:ext>
              </a:extLst>
            </p:cNvPr>
            <p:cNvCxnSpPr/>
            <p:nvPr/>
          </p:nvCxnSpPr>
          <p:spPr>
            <a:xfrm>
              <a:off x="-982133" y="1786467"/>
              <a:ext cx="3048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75A99D0-D8BE-DA06-FD0A-37187CF32CAB}"/>
              </a:ext>
            </a:extLst>
          </p:cNvPr>
          <p:cNvSpPr/>
          <p:nvPr userDrawn="1"/>
        </p:nvSpPr>
        <p:spPr>
          <a:xfrm>
            <a:off x="1667598" y="5572838"/>
            <a:ext cx="5376788" cy="35303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ko-KR" altLang="en-US" sz="90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</a:rPr>
              <a:t>여기를 눌러 궁금한 내용을 입력해주세요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ECA4D62-FA53-014C-71DE-2D176BBB558C}"/>
              </a:ext>
            </a:extLst>
          </p:cNvPr>
          <p:cNvGrpSpPr/>
          <p:nvPr userDrawn="1"/>
        </p:nvGrpSpPr>
        <p:grpSpPr>
          <a:xfrm>
            <a:off x="6760755" y="5667375"/>
            <a:ext cx="177800" cy="177800"/>
            <a:chOff x="8877300" y="5191125"/>
            <a:chExt cx="177800" cy="177800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5BF8F12-56B6-5401-9C3B-4017EE4B9FBF}"/>
                </a:ext>
              </a:extLst>
            </p:cNvPr>
            <p:cNvSpPr/>
            <p:nvPr/>
          </p:nvSpPr>
          <p:spPr>
            <a:xfrm>
              <a:off x="8877300" y="5191125"/>
              <a:ext cx="177800" cy="17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grpSp>
          <p:nvGrpSpPr>
            <p:cNvPr id="36" name="그래픽 84">
              <a:extLst>
                <a:ext uri="{FF2B5EF4-FFF2-40B4-BE49-F238E27FC236}">
                  <a16:creationId xmlns:a16="http://schemas.microsoft.com/office/drawing/2014/main" id="{0A481DE7-52E0-41F1-3E78-56F7EF7C5526}"/>
                </a:ext>
              </a:extLst>
            </p:cNvPr>
            <p:cNvGrpSpPr/>
            <p:nvPr/>
          </p:nvGrpSpPr>
          <p:grpSpPr>
            <a:xfrm rot="2700000">
              <a:off x="8905769" y="5234990"/>
              <a:ext cx="111470" cy="81166"/>
              <a:chOff x="6242173" y="1168299"/>
              <a:chExt cx="540000" cy="393195"/>
            </a:xfrm>
            <a:solidFill>
              <a:schemeClr val="bg1"/>
            </a:solidFill>
          </p:grpSpPr>
          <p:sp>
            <p:nvSpPr>
              <p:cNvPr id="37" name="자유형: 도형 36">
                <a:extLst>
                  <a:ext uri="{FF2B5EF4-FFF2-40B4-BE49-F238E27FC236}">
                    <a16:creationId xmlns:a16="http://schemas.microsoft.com/office/drawing/2014/main" id="{266E1518-EEFD-1305-FC92-B1CC705F9369}"/>
                  </a:ext>
                </a:extLst>
              </p:cNvPr>
              <p:cNvSpPr/>
              <p:nvPr/>
            </p:nvSpPr>
            <p:spPr>
              <a:xfrm>
                <a:off x="6242173" y="1168299"/>
                <a:ext cx="540000" cy="393195"/>
              </a:xfrm>
              <a:custGeom>
                <a:avLst/>
                <a:gdLst>
                  <a:gd name="connsiteX0" fmla="*/ 398457 w 540000"/>
                  <a:gd name="connsiteY0" fmla="*/ 393196 h 393195"/>
                  <a:gd name="connsiteX1" fmla="*/ 210950 w 540000"/>
                  <a:gd name="connsiteY1" fmla="*/ 317739 h 393195"/>
                  <a:gd name="connsiteX2" fmla="*/ 217253 w 540000"/>
                  <a:gd name="connsiteY2" fmla="*/ 302075 h 393195"/>
                  <a:gd name="connsiteX3" fmla="*/ 388509 w 540000"/>
                  <a:gd name="connsiteY3" fmla="*/ 371001 h 393195"/>
                  <a:gd name="connsiteX4" fmla="*/ 510924 w 540000"/>
                  <a:gd name="connsiteY4" fmla="*/ 30919 h 393195"/>
                  <a:gd name="connsiteX5" fmla="*/ 43883 w 540000"/>
                  <a:gd name="connsiteY5" fmla="*/ 232301 h 393195"/>
                  <a:gd name="connsiteX6" fmla="*/ 121361 w 540000"/>
                  <a:gd name="connsiteY6" fmla="*/ 263482 h 393195"/>
                  <a:gd name="connsiteX7" fmla="*/ 115054 w 540000"/>
                  <a:gd name="connsiteY7" fmla="*/ 279142 h 393195"/>
                  <a:gd name="connsiteX8" fmla="*/ 0 w 540000"/>
                  <a:gd name="connsiteY8" fmla="*/ 232837 h 393195"/>
                  <a:gd name="connsiteX9" fmla="*/ 540000 w 540000"/>
                  <a:gd name="connsiteY9" fmla="*/ 0 h 393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0000" h="393195">
                    <a:moveTo>
                      <a:pt x="398457" y="393196"/>
                    </a:moveTo>
                    <a:lnTo>
                      <a:pt x="210950" y="317739"/>
                    </a:lnTo>
                    <a:lnTo>
                      <a:pt x="217253" y="302075"/>
                    </a:lnTo>
                    <a:lnTo>
                      <a:pt x="388509" y="371001"/>
                    </a:lnTo>
                    <a:lnTo>
                      <a:pt x="510924" y="30919"/>
                    </a:lnTo>
                    <a:lnTo>
                      <a:pt x="43883" y="232301"/>
                    </a:lnTo>
                    <a:lnTo>
                      <a:pt x="121361" y="263482"/>
                    </a:lnTo>
                    <a:lnTo>
                      <a:pt x="115054" y="279142"/>
                    </a:lnTo>
                    <a:lnTo>
                      <a:pt x="0" y="232837"/>
                    </a:lnTo>
                    <a:lnTo>
                      <a:pt x="540000" y="0"/>
                    </a:lnTo>
                    <a:close/>
                  </a:path>
                </a:pathLst>
              </a:custGeom>
              <a:grpFill/>
              <a:ln w="4167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43984681-47F0-6849-51DA-01B55D09F297}"/>
                  </a:ext>
                </a:extLst>
              </p:cNvPr>
              <p:cNvSpPr/>
              <p:nvPr/>
            </p:nvSpPr>
            <p:spPr>
              <a:xfrm>
                <a:off x="6350059" y="1177584"/>
                <a:ext cx="423330" cy="379577"/>
              </a:xfrm>
              <a:custGeom>
                <a:avLst/>
                <a:gdLst>
                  <a:gd name="connsiteX0" fmla="*/ 45335 w 423330"/>
                  <a:gd name="connsiteY0" fmla="*/ 379578 h 379577"/>
                  <a:gd name="connsiteX1" fmla="*/ 0 w 423330"/>
                  <a:gd name="connsiteY1" fmla="*/ 258542 h 379577"/>
                  <a:gd name="connsiteX2" fmla="*/ 197159 w 423330"/>
                  <a:gd name="connsiteY2" fmla="*/ 134675 h 379577"/>
                  <a:gd name="connsiteX3" fmla="*/ 206141 w 423330"/>
                  <a:gd name="connsiteY3" fmla="*/ 148973 h 379577"/>
                  <a:gd name="connsiteX4" fmla="*/ 20638 w 423330"/>
                  <a:gd name="connsiteY4" fmla="*/ 265515 h 379577"/>
                  <a:gd name="connsiteX5" fmla="*/ 51110 w 423330"/>
                  <a:gd name="connsiteY5" fmla="*/ 346866 h 379577"/>
                  <a:gd name="connsiteX6" fmla="*/ 97192 w 423330"/>
                  <a:gd name="connsiteY6" fmla="*/ 293131 h 379577"/>
                  <a:gd name="connsiteX7" fmla="*/ 411822 w 423330"/>
                  <a:gd name="connsiteY7" fmla="*/ 0 h 379577"/>
                  <a:gd name="connsiteX8" fmla="*/ 423330 w 423330"/>
                  <a:gd name="connsiteY8" fmla="*/ 12352 h 379577"/>
                  <a:gd name="connsiteX9" fmla="*/ 109050 w 423330"/>
                  <a:gd name="connsiteY9" fmla="*/ 305155 h 379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3330" h="379577">
                    <a:moveTo>
                      <a:pt x="45335" y="379578"/>
                    </a:moveTo>
                    <a:lnTo>
                      <a:pt x="0" y="258542"/>
                    </a:lnTo>
                    <a:lnTo>
                      <a:pt x="197159" y="134675"/>
                    </a:lnTo>
                    <a:lnTo>
                      <a:pt x="206141" y="148973"/>
                    </a:lnTo>
                    <a:lnTo>
                      <a:pt x="20638" y="265515"/>
                    </a:lnTo>
                    <a:lnTo>
                      <a:pt x="51110" y="346866"/>
                    </a:lnTo>
                    <a:lnTo>
                      <a:pt x="97192" y="293131"/>
                    </a:lnTo>
                    <a:lnTo>
                      <a:pt x="411822" y="0"/>
                    </a:lnTo>
                    <a:lnTo>
                      <a:pt x="423330" y="12352"/>
                    </a:lnTo>
                    <a:lnTo>
                      <a:pt x="109050" y="305155"/>
                    </a:lnTo>
                    <a:close/>
                  </a:path>
                </a:pathLst>
              </a:custGeom>
              <a:grpFill/>
              <a:ln w="4167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3059893-5415-2356-5E58-D3621AD1D2AD}"/>
              </a:ext>
            </a:extLst>
          </p:cNvPr>
          <p:cNvSpPr/>
          <p:nvPr userDrawn="1"/>
        </p:nvSpPr>
        <p:spPr>
          <a:xfrm>
            <a:off x="674420" y="1720063"/>
            <a:ext cx="299247" cy="311938"/>
          </a:xfrm>
          <a:prstGeom prst="roundRect">
            <a:avLst>
              <a:gd name="adj" fmla="val 1501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accent1"/>
              </a:solidFill>
            </a:endParaRPr>
          </a:p>
        </p:txBody>
      </p:sp>
      <p:sp>
        <p:nvSpPr>
          <p:cNvPr id="40" name="Freeform 122">
            <a:extLst>
              <a:ext uri="{FF2B5EF4-FFF2-40B4-BE49-F238E27FC236}">
                <a16:creationId xmlns:a16="http://schemas.microsoft.com/office/drawing/2014/main" id="{7D7E254D-8A5A-1B9F-AE8E-39D83C3B918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9215" y="1808479"/>
            <a:ext cx="136103" cy="136103"/>
          </a:xfrm>
          <a:custGeom>
            <a:avLst/>
            <a:gdLst>
              <a:gd name="T0" fmla="*/ 62 w 200"/>
              <a:gd name="T1" fmla="*/ 111 h 200"/>
              <a:gd name="T2" fmla="*/ 157 w 200"/>
              <a:gd name="T3" fmla="*/ 17 h 200"/>
              <a:gd name="T4" fmla="*/ 12 w 200"/>
              <a:gd name="T5" fmla="*/ 17 h 200"/>
              <a:gd name="T6" fmla="*/ 0 w 200"/>
              <a:gd name="T7" fmla="*/ 29 h 200"/>
              <a:gd name="T8" fmla="*/ 0 w 200"/>
              <a:gd name="T9" fmla="*/ 200 h 200"/>
              <a:gd name="T10" fmla="*/ 171 w 200"/>
              <a:gd name="T11" fmla="*/ 200 h 200"/>
              <a:gd name="T12" fmla="*/ 183 w 200"/>
              <a:gd name="T13" fmla="*/ 187 h 200"/>
              <a:gd name="T14" fmla="*/ 183 w 200"/>
              <a:gd name="T15" fmla="*/ 43 h 200"/>
              <a:gd name="T16" fmla="*/ 89 w 200"/>
              <a:gd name="T17" fmla="*/ 138 h 200"/>
              <a:gd name="T18" fmla="*/ 62 w 200"/>
              <a:gd name="T19" fmla="*/ 111 h 200"/>
              <a:gd name="T20" fmla="*/ 46 w 200"/>
              <a:gd name="T21" fmla="*/ 154 h 200"/>
              <a:gd name="T22" fmla="*/ 46 w 200"/>
              <a:gd name="T23" fmla="*/ 130 h 200"/>
              <a:gd name="T24" fmla="*/ 70 w 200"/>
              <a:gd name="T25" fmla="*/ 154 h 200"/>
              <a:gd name="T26" fmla="*/ 46 w 200"/>
              <a:gd name="T27" fmla="*/ 154 h 200"/>
              <a:gd name="T28" fmla="*/ 174 w 200"/>
              <a:gd name="T29" fmla="*/ 0 h 200"/>
              <a:gd name="T30" fmla="*/ 157 w 200"/>
              <a:gd name="T31" fmla="*/ 16 h 200"/>
              <a:gd name="T32" fmla="*/ 157 w 200"/>
              <a:gd name="T33" fmla="*/ 17 h 200"/>
              <a:gd name="T34" fmla="*/ 157 w 200"/>
              <a:gd name="T35" fmla="*/ 17 h 200"/>
              <a:gd name="T36" fmla="*/ 183 w 200"/>
              <a:gd name="T37" fmla="*/ 42 h 200"/>
              <a:gd name="T38" fmla="*/ 183 w 200"/>
              <a:gd name="T39" fmla="*/ 43 h 200"/>
              <a:gd name="T40" fmla="*/ 183 w 200"/>
              <a:gd name="T41" fmla="*/ 43 h 200"/>
              <a:gd name="T42" fmla="*/ 200 w 200"/>
              <a:gd name="T43" fmla="*/ 26 h 200"/>
              <a:gd name="T44" fmla="*/ 174 w 200"/>
              <a:gd name="T45" fmla="*/ 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00" h="200">
                <a:moveTo>
                  <a:pt x="62" y="111"/>
                </a:moveTo>
                <a:cubicBezTo>
                  <a:pt x="157" y="17"/>
                  <a:pt x="157" y="17"/>
                  <a:pt x="157" y="17"/>
                </a:cubicBezTo>
                <a:cubicBezTo>
                  <a:pt x="12" y="17"/>
                  <a:pt x="12" y="17"/>
                  <a:pt x="12" y="17"/>
                </a:cubicBezTo>
                <a:cubicBezTo>
                  <a:pt x="5" y="17"/>
                  <a:pt x="0" y="22"/>
                  <a:pt x="0" y="29"/>
                </a:cubicBezTo>
                <a:cubicBezTo>
                  <a:pt x="0" y="200"/>
                  <a:pt x="0" y="200"/>
                  <a:pt x="0" y="200"/>
                </a:cubicBezTo>
                <a:cubicBezTo>
                  <a:pt x="171" y="200"/>
                  <a:pt x="171" y="200"/>
                  <a:pt x="171" y="200"/>
                </a:cubicBezTo>
                <a:cubicBezTo>
                  <a:pt x="178" y="200"/>
                  <a:pt x="183" y="194"/>
                  <a:pt x="183" y="187"/>
                </a:cubicBezTo>
                <a:cubicBezTo>
                  <a:pt x="183" y="43"/>
                  <a:pt x="183" y="43"/>
                  <a:pt x="183" y="43"/>
                </a:cubicBezTo>
                <a:cubicBezTo>
                  <a:pt x="89" y="138"/>
                  <a:pt x="89" y="138"/>
                  <a:pt x="89" y="138"/>
                </a:cubicBezTo>
                <a:lnTo>
                  <a:pt x="62" y="111"/>
                </a:lnTo>
                <a:close/>
                <a:moveTo>
                  <a:pt x="46" y="154"/>
                </a:moveTo>
                <a:cubicBezTo>
                  <a:pt x="46" y="130"/>
                  <a:pt x="46" y="130"/>
                  <a:pt x="46" y="130"/>
                </a:cubicBezTo>
                <a:cubicBezTo>
                  <a:pt x="70" y="154"/>
                  <a:pt x="70" y="154"/>
                  <a:pt x="70" y="154"/>
                </a:cubicBezTo>
                <a:lnTo>
                  <a:pt x="46" y="154"/>
                </a:lnTo>
                <a:close/>
                <a:moveTo>
                  <a:pt x="174" y="0"/>
                </a:moveTo>
                <a:cubicBezTo>
                  <a:pt x="157" y="16"/>
                  <a:pt x="157" y="16"/>
                  <a:pt x="157" y="16"/>
                </a:cubicBezTo>
                <a:cubicBezTo>
                  <a:pt x="157" y="17"/>
                  <a:pt x="157" y="17"/>
                  <a:pt x="157" y="17"/>
                </a:cubicBezTo>
                <a:cubicBezTo>
                  <a:pt x="157" y="17"/>
                  <a:pt x="157" y="17"/>
                  <a:pt x="157" y="17"/>
                </a:cubicBezTo>
                <a:cubicBezTo>
                  <a:pt x="183" y="42"/>
                  <a:pt x="183" y="42"/>
                  <a:pt x="183" y="42"/>
                </a:cubicBezTo>
                <a:cubicBezTo>
                  <a:pt x="183" y="43"/>
                  <a:pt x="183" y="43"/>
                  <a:pt x="183" y="43"/>
                </a:cubicBezTo>
                <a:cubicBezTo>
                  <a:pt x="183" y="43"/>
                  <a:pt x="183" y="43"/>
                  <a:pt x="183" y="43"/>
                </a:cubicBezTo>
                <a:cubicBezTo>
                  <a:pt x="200" y="26"/>
                  <a:pt x="200" y="26"/>
                  <a:pt x="200" y="26"/>
                </a:cubicBezTo>
                <a:lnTo>
                  <a:pt x="17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3530" tIns="31766" rIns="63530" bIns="31766" numCol="1" anchor="t" anchorCtr="0" compatLnSpc="1">
            <a:prstTxWarp prst="textNoShape">
              <a:avLst/>
            </a:prstTxWarp>
          </a:bodyPr>
          <a:lstStyle/>
          <a:p>
            <a:endParaRPr lang="en-US" sz="65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E431902-12F5-60A2-A36F-3A17397914F5}"/>
              </a:ext>
            </a:extLst>
          </p:cNvPr>
          <p:cNvSpPr/>
          <p:nvPr userDrawn="1"/>
        </p:nvSpPr>
        <p:spPr>
          <a:xfrm>
            <a:off x="674420" y="2829196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청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D5C2EF8-20F2-DDF1-2EC6-3CD709230B1E}"/>
              </a:ext>
            </a:extLst>
          </p:cNvPr>
          <p:cNvSpPr/>
          <p:nvPr userDrawn="1"/>
        </p:nvSpPr>
        <p:spPr>
          <a:xfrm>
            <a:off x="674420" y="3337196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bg1"/>
                </a:solidFill>
              </a:rPr>
              <a:t>S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2F154FD-D7B9-353E-A8C1-C7BC957B9CCA}"/>
              </a:ext>
            </a:extLst>
          </p:cNvPr>
          <p:cNvSpPr/>
          <p:nvPr userDrawn="1"/>
        </p:nvSpPr>
        <p:spPr>
          <a:xfrm>
            <a:off x="674420" y="3862130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bg1"/>
                </a:solidFill>
              </a:rPr>
              <a:t>S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B8488C16-A385-ED8F-379F-E6666B7CE0B4}"/>
              </a:ext>
            </a:extLst>
          </p:cNvPr>
          <p:cNvSpPr/>
          <p:nvPr userDrawn="1"/>
        </p:nvSpPr>
        <p:spPr>
          <a:xfrm>
            <a:off x="674420" y="4403997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삼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DCE4744-B661-3150-26F6-55B77BF46005}"/>
              </a:ext>
            </a:extLst>
          </p:cNvPr>
          <p:cNvSpPr/>
          <p:nvPr userDrawn="1"/>
        </p:nvSpPr>
        <p:spPr>
          <a:xfrm>
            <a:off x="674420" y="4928930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경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F2EA4CD-759A-B4B0-6B2D-4AC1575843C6}"/>
              </a:ext>
            </a:extLst>
          </p:cNvPr>
          <p:cNvSpPr/>
          <p:nvPr userDrawn="1"/>
        </p:nvSpPr>
        <p:spPr>
          <a:xfrm>
            <a:off x="674420" y="5462330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bg1"/>
                </a:solidFill>
              </a:rPr>
              <a:t>K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FC5AD4F-3F5C-8012-ED9E-18A1CC2C2B62}"/>
              </a:ext>
            </a:extLst>
          </p:cNvPr>
          <p:cNvSpPr/>
          <p:nvPr userDrawn="1"/>
        </p:nvSpPr>
        <p:spPr>
          <a:xfrm>
            <a:off x="568960" y="5720080"/>
            <a:ext cx="574040" cy="365228"/>
          </a:xfrm>
          <a:prstGeom prst="rect">
            <a:avLst/>
          </a:prstGeom>
          <a:gradFill flip="none" rotWithShape="1">
            <a:gsLst>
              <a:gs pos="28000">
                <a:schemeClr val="accent5"/>
              </a:gs>
              <a:gs pos="93000">
                <a:schemeClr val="accent5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위쪽 모서리 61">
            <a:extLst>
              <a:ext uri="{FF2B5EF4-FFF2-40B4-BE49-F238E27FC236}">
                <a16:creationId xmlns:a16="http://schemas.microsoft.com/office/drawing/2014/main" id="{0506AD73-D742-6C4E-ED7F-E0131C2B0F0C}"/>
              </a:ext>
            </a:extLst>
          </p:cNvPr>
          <p:cNvSpPr/>
          <p:nvPr userDrawn="1"/>
        </p:nvSpPr>
        <p:spPr>
          <a:xfrm rot="5400000">
            <a:off x="1139132" y="5587440"/>
            <a:ext cx="405334" cy="313603"/>
          </a:xfrm>
          <a:prstGeom prst="round2SameRect">
            <a:avLst>
              <a:gd name="adj1" fmla="val 32675"/>
              <a:gd name="adj2" fmla="val 0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rtlCol="0" anchor="ctr"/>
          <a:lstStyle/>
          <a:p>
            <a:pPr algn="ctr"/>
            <a:r>
              <a:rPr lang="en-US" altLang="ko-KR" sz="1600" b="1">
                <a:latin typeface="+mj-ea"/>
                <a:ea typeface="+mj-ea"/>
              </a:rPr>
              <a:t>+</a:t>
            </a:r>
            <a:endParaRPr lang="ko-KR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5481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Content" preserve="1" userDrawn="1">
  <p:cSld name="Title and Full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EBF9A001-E29F-E6B5-F3CA-92545FBD716E}"/>
              </a:ext>
            </a:extLst>
          </p:cNvPr>
          <p:cNvSpPr/>
          <p:nvPr userDrawn="1"/>
        </p:nvSpPr>
        <p:spPr>
          <a:xfrm rot="16200000">
            <a:off x="-1621774" y="3259394"/>
            <a:ext cx="4927988" cy="686233"/>
          </a:xfrm>
          <a:prstGeom prst="round2SameRect">
            <a:avLst>
              <a:gd name="adj1" fmla="val 32675"/>
              <a:gd name="adj2" fmla="val 0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Google Shape;31;p43"/>
          <p:cNvSpPr txBox="1">
            <a:spLocks noGrp="1"/>
          </p:cNvSpPr>
          <p:nvPr>
            <p:ph type="title" hasCustomPrompt="1"/>
          </p:nvPr>
        </p:nvSpPr>
        <p:spPr>
          <a:xfrm>
            <a:off x="447577" y="491074"/>
            <a:ext cx="90108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2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 err="1"/>
              <a:t>맑은고딕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BOLD, 22PT</a:t>
            </a:r>
            <a:endParaRPr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6C81774-45E8-9426-8364-9A9012E2ECEE}"/>
              </a:ext>
            </a:extLst>
          </p:cNvPr>
          <p:cNvGrpSpPr/>
          <p:nvPr userDrawn="1"/>
        </p:nvGrpSpPr>
        <p:grpSpPr>
          <a:xfrm>
            <a:off x="10127926" y="485266"/>
            <a:ext cx="1796744" cy="1986305"/>
            <a:chOff x="10135877" y="1892647"/>
            <a:chExt cx="1796744" cy="198630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367E838A-0717-E61A-3C7C-AE93250CE193}"/>
                </a:ext>
              </a:extLst>
            </p:cNvPr>
            <p:cNvSpPr/>
            <p:nvPr userDrawn="1"/>
          </p:nvSpPr>
          <p:spPr>
            <a:xfrm>
              <a:off x="11033374" y="1892647"/>
              <a:ext cx="875394" cy="4654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핵심폰트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CCEA73F-CDC6-0936-DE14-A33BDCF2F181}"/>
                </a:ext>
              </a:extLst>
            </p:cNvPr>
            <p:cNvSpPr/>
            <p:nvPr userDrawn="1"/>
          </p:nvSpPr>
          <p:spPr>
            <a:xfrm>
              <a:off x="11054567" y="2392478"/>
              <a:ext cx="875394" cy="46548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서브 </a:t>
              </a:r>
              <a:r>
                <a:rPr lang="en-US" altLang="ko-KR" sz="1100"/>
                <a:t>2</a:t>
              </a:r>
              <a:endParaRPr lang="ko-KR" altLang="en-US" sz="110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E2835CB-9B79-F754-52FE-2BBAA78CBF1A}"/>
                </a:ext>
              </a:extLst>
            </p:cNvPr>
            <p:cNvSpPr/>
            <p:nvPr userDrawn="1"/>
          </p:nvSpPr>
          <p:spPr>
            <a:xfrm>
              <a:off x="10144671" y="3413471"/>
              <a:ext cx="875394" cy="46548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그레이 </a:t>
              </a:r>
              <a:r>
                <a:rPr lang="en-US" altLang="ko-KR" sz="1100"/>
                <a:t>1</a:t>
              </a:r>
              <a:endParaRPr lang="ko-KR" altLang="en-US" sz="11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F0EAF9-9BAE-C6A4-F75A-5824F4890649}"/>
                </a:ext>
              </a:extLst>
            </p:cNvPr>
            <p:cNvSpPr/>
            <p:nvPr userDrawn="1"/>
          </p:nvSpPr>
          <p:spPr>
            <a:xfrm>
              <a:off x="11057227" y="3412373"/>
              <a:ext cx="875394" cy="46548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강조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ADF9E8E-390B-CA58-705C-BF0807E9102B}"/>
                </a:ext>
              </a:extLst>
            </p:cNvPr>
            <p:cNvSpPr/>
            <p:nvPr userDrawn="1"/>
          </p:nvSpPr>
          <p:spPr>
            <a:xfrm>
              <a:off x="10152622" y="2893910"/>
              <a:ext cx="875394" cy="4654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배경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B2CA84E-E49F-E31D-BB3D-EEBABE4F94FD}"/>
                </a:ext>
              </a:extLst>
            </p:cNvPr>
            <p:cNvSpPr/>
            <p:nvPr userDrawn="1"/>
          </p:nvSpPr>
          <p:spPr>
            <a:xfrm>
              <a:off x="11049276" y="2892812"/>
              <a:ext cx="875394" cy="46548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배경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260C5E0-60A7-A0C3-F11C-E52402D326AD}"/>
                </a:ext>
              </a:extLst>
            </p:cNvPr>
            <p:cNvSpPr/>
            <p:nvPr userDrawn="1"/>
          </p:nvSpPr>
          <p:spPr>
            <a:xfrm>
              <a:off x="10135877" y="1892647"/>
              <a:ext cx="875394" cy="46548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메인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82F38A7-635A-DFEF-01C3-FA5C9232C219}"/>
                </a:ext>
              </a:extLst>
            </p:cNvPr>
            <p:cNvSpPr/>
            <p:nvPr userDrawn="1"/>
          </p:nvSpPr>
          <p:spPr>
            <a:xfrm>
              <a:off x="10147368" y="2389877"/>
              <a:ext cx="875394" cy="46548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서브 </a:t>
              </a:r>
              <a:r>
                <a:rPr lang="en-US" altLang="ko-KR" sz="1100"/>
                <a:t>1</a:t>
              </a:r>
              <a:endParaRPr lang="ko-KR" altLang="en-US" sz="110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EB78D81-6534-15BB-8A11-3383A8965E22}"/>
              </a:ext>
            </a:extLst>
          </p:cNvPr>
          <p:cNvSpPr txBox="1"/>
          <p:nvPr userDrawn="1"/>
        </p:nvSpPr>
        <p:spPr>
          <a:xfrm>
            <a:off x="10048163" y="64860"/>
            <a:ext cx="1828800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삼성화재 </a:t>
            </a:r>
            <a:r>
              <a:rPr lang="en-US" alt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 Color </a:t>
            </a:r>
            <a:endParaRPr lang="ko-KR" alt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;p39">
            <a:extLst>
              <a:ext uri="{FF2B5EF4-FFF2-40B4-BE49-F238E27FC236}">
                <a16:creationId xmlns:a16="http://schemas.microsoft.com/office/drawing/2014/main" id="{30425A91-D124-2096-5036-8369AD4C7391}"/>
              </a:ext>
            </a:extLst>
          </p:cNvPr>
          <p:cNvSpPr txBox="1">
            <a:spLocks noGrp="1"/>
          </p:cNvSpPr>
          <p:nvPr userDrawn="1">
            <p:ph type="sldNum" idx="12"/>
          </p:nvPr>
        </p:nvSpPr>
        <p:spPr>
          <a:xfrm>
            <a:off x="3558473" y="6471840"/>
            <a:ext cx="280928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6735BB6-A4E1-5099-85C0-BE826612CC74}"/>
              </a:ext>
            </a:extLst>
          </p:cNvPr>
          <p:cNvSpPr/>
          <p:nvPr userDrawn="1"/>
        </p:nvSpPr>
        <p:spPr>
          <a:xfrm>
            <a:off x="474791" y="1142228"/>
            <a:ext cx="6706159" cy="4950597"/>
          </a:xfrm>
          <a:prstGeom prst="roundRect">
            <a:avLst>
              <a:gd name="adj" fmla="val 4074"/>
            </a:avLst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678B1E7-BA25-A92A-75EA-0B7C291B03BF}"/>
              </a:ext>
            </a:extLst>
          </p:cNvPr>
          <p:cNvSpPr/>
          <p:nvPr userDrawn="1"/>
        </p:nvSpPr>
        <p:spPr>
          <a:xfrm>
            <a:off x="674420" y="2329662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경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960B08A-96E8-D718-A925-98D69BBDDE0F}"/>
              </a:ext>
            </a:extLst>
          </p:cNvPr>
          <p:cNvGrpSpPr/>
          <p:nvPr userDrawn="1"/>
        </p:nvGrpSpPr>
        <p:grpSpPr>
          <a:xfrm>
            <a:off x="745708" y="1342010"/>
            <a:ext cx="190500" cy="127000"/>
            <a:chOff x="-982133" y="1583267"/>
            <a:chExt cx="304800" cy="203200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F24D24D-A0F8-0FA4-EEE9-DF4D01B1BFF8}"/>
                </a:ext>
              </a:extLst>
            </p:cNvPr>
            <p:cNvCxnSpPr/>
            <p:nvPr/>
          </p:nvCxnSpPr>
          <p:spPr>
            <a:xfrm>
              <a:off x="-982133" y="1583267"/>
              <a:ext cx="3048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F8DCB621-1D48-9138-6F5D-BB9380390F6F}"/>
                </a:ext>
              </a:extLst>
            </p:cNvPr>
            <p:cNvCxnSpPr/>
            <p:nvPr/>
          </p:nvCxnSpPr>
          <p:spPr>
            <a:xfrm>
              <a:off x="-982133" y="1684867"/>
              <a:ext cx="3048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A33DED49-D837-C3FB-773D-3EB3A8B8FA30}"/>
                </a:ext>
              </a:extLst>
            </p:cNvPr>
            <p:cNvCxnSpPr/>
            <p:nvPr/>
          </p:nvCxnSpPr>
          <p:spPr>
            <a:xfrm>
              <a:off x="-982133" y="1786467"/>
              <a:ext cx="3048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75A99D0-D8BE-DA06-FD0A-37187CF32CAB}"/>
              </a:ext>
            </a:extLst>
          </p:cNvPr>
          <p:cNvSpPr/>
          <p:nvPr userDrawn="1"/>
        </p:nvSpPr>
        <p:spPr>
          <a:xfrm>
            <a:off x="1667598" y="5572838"/>
            <a:ext cx="5376788" cy="35303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ko-KR" altLang="en-US" sz="90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</a:rPr>
              <a:t>여기를 눌러 궁금한 내용을 입력해주세요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ECA4D62-FA53-014C-71DE-2D176BBB558C}"/>
              </a:ext>
            </a:extLst>
          </p:cNvPr>
          <p:cNvGrpSpPr/>
          <p:nvPr userDrawn="1"/>
        </p:nvGrpSpPr>
        <p:grpSpPr>
          <a:xfrm>
            <a:off x="6760755" y="5667375"/>
            <a:ext cx="177800" cy="177800"/>
            <a:chOff x="8877300" y="5191125"/>
            <a:chExt cx="177800" cy="177800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5BF8F12-56B6-5401-9C3B-4017EE4B9FBF}"/>
                </a:ext>
              </a:extLst>
            </p:cNvPr>
            <p:cNvSpPr/>
            <p:nvPr/>
          </p:nvSpPr>
          <p:spPr>
            <a:xfrm>
              <a:off x="8877300" y="5191125"/>
              <a:ext cx="177800" cy="17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grpSp>
          <p:nvGrpSpPr>
            <p:cNvPr id="36" name="그래픽 84">
              <a:extLst>
                <a:ext uri="{FF2B5EF4-FFF2-40B4-BE49-F238E27FC236}">
                  <a16:creationId xmlns:a16="http://schemas.microsoft.com/office/drawing/2014/main" id="{0A481DE7-52E0-41F1-3E78-56F7EF7C5526}"/>
                </a:ext>
              </a:extLst>
            </p:cNvPr>
            <p:cNvGrpSpPr/>
            <p:nvPr/>
          </p:nvGrpSpPr>
          <p:grpSpPr>
            <a:xfrm rot="2700000">
              <a:off x="8905769" y="5234990"/>
              <a:ext cx="111470" cy="81166"/>
              <a:chOff x="6242173" y="1168299"/>
              <a:chExt cx="540000" cy="393195"/>
            </a:xfrm>
            <a:solidFill>
              <a:schemeClr val="bg1"/>
            </a:solidFill>
          </p:grpSpPr>
          <p:sp>
            <p:nvSpPr>
              <p:cNvPr id="37" name="자유형: 도형 36">
                <a:extLst>
                  <a:ext uri="{FF2B5EF4-FFF2-40B4-BE49-F238E27FC236}">
                    <a16:creationId xmlns:a16="http://schemas.microsoft.com/office/drawing/2014/main" id="{266E1518-EEFD-1305-FC92-B1CC705F9369}"/>
                  </a:ext>
                </a:extLst>
              </p:cNvPr>
              <p:cNvSpPr/>
              <p:nvPr/>
            </p:nvSpPr>
            <p:spPr>
              <a:xfrm>
                <a:off x="6242173" y="1168299"/>
                <a:ext cx="540000" cy="393195"/>
              </a:xfrm>
              <a:custGeom>
                <a:avLst/>
                <a:gdLst>
                  <a:gd name="connsiteX0" fmla="*/ 398457 w 540000"/>
                  <a:gd name="connsiteY0" fmla="*/ 393196 h 393195"/>
                  <a:gd name="connsiteX1" fmla="*/ 210950 w 540000"/>
                  <a:gd name="connsiteY1" fmla="*/ 317739 h 393195"/>
                  <a:gd name="connsiteX2" fmla="*/ 217253 w 540000"/>
                  <a:gd name="connsiteY2" fmla="*/ 302075 h 393195"/>
                  <a:gd name="connsiteX3" fmla="*/ 388509 w 540000"/>
                  <a:gd name="connsiteY3" fmla="*/ 371001 h 393195"/>
                  <a:gd name="connsiteX4" fmla="*/ 510924 w 540000"/>
                  <a:gd name="connsiteY4" fmla="*/ 30919 h 393195"/>
                  <a:gd name="connsiteX5" fmla="*/ 43883 w 540000"/>
                  <a:gd name="connsiteY5" fmla="*/ 232301 h 393195"/>
                  <a:gd name="connsiteX6" fmla="*/ 121361 w 540000"/>
                  <a:gd name="connsiteY6" fmla="*/ 263482 h 393195"/>
                  <a:gd name="connsiteX7" fmla="*/ 115054 w 540000"/>
                  <a:gd name="connsiteY7" fmla="*/ 279142 h 393195"/>
                  <a:gd name="connsiteX8" fmla="*/ 0 w 540000"/>
                  <a:gd name="connsiteY8" fmla="*/ 232837 h 393195"/>
                  <a:gd name="connsiteX9" fmla="*/ 540000 w 540000"/>
                  <a:gd name="connsiteY9" fmla="*/ 0 h 393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0000" h="393195">
                    <a:moveTo>
                      <a:pt x="398457" y="393196"/>
                    </a:moveTo>
                    <a:lnTo>
                      <a:pt x="210950" y="317739"/>
                    </a:lnTo>
                    <a:lnTo>
                      <a:pt x="217253" y="302075"/>
                    </a:lnTo>
                    <a:lnTo>
                      <a:pt x="388509" y="371001"/>
                    </a:lnTo>
                    <a:lnTo>
                      <a:pt x="510924" y="30919"/>
                    </a:lnTo>
                    <a:lnTo>
                      <a:pt x="43883" y="232301"/>
                    </a:lnTo>
                    <a:lnTo>
                      <a:pt x="121361" y="263482"/>
                    </a:lnTo>
                    <a:lnTo>
                      <a:pt x="115054" y="279142"/>
                    </a:lnTo>
                    <a:lnTo>
                      <a:pt x="0" y="232837"/>
                    </a:lnTo>
                    <a:lnTo>
                      <a:pt x="540000" y="0"/>
                    </a:lnTo>
                    <a:close/>
                  </a:path>
                </a:pathLst>
              </a:custGeom>
              <a:grpFill/>
              <a:ln w="4167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43984681-47F0-6849-51DA-01B55D09F297}"/>
                  </a:ext>
                </a:extLst>
              </p:cNvPr>
              <p:cNvSpPr/>
              <p:nvPr/>
            </p:nvSpPr>
            <p:spPr>
              <a:xfrm>
                <a:off x="6350059" y="1177584"/>
                <a:ext cx="423330" cy="379577"/>
              </a:xfrm>
              <a:custGeom>
                <a:avLst/>
                <a:gdLst>
                  <a:gd name="connsiteX0" fmla="*/ 45335 w 423330"/>
                  <a:gd name="connsiteY0" fmla="*/ 379578 h 379577"/>
                  <a:gd name="connsiteX1" fmla="*/ 0 w 423330"/>
                  <a:gd name="connsiteY1" fmla="*/ 258542 h 379577"/>
                  <a:gd name="connsiteX2" fmla="*/ 197159 w 423330"/>
                  <a:gd name="connsiteY2" fmla="*/ 134675 h 379577"/>
                  <a:gd name="connsiteX3" fmla="*/ 206141 w 423330"/>
                  <a:gd name="connsiteY3" fmla="*/ 148973 h 379577"/>
                  <a:gd name="connsiteX4" fmla="*/ 20638 w 423330"/>
                  <a:gd name="connsiteY4" fmla="*/ 265515 h 379577"/>
                  <a:gd name="connsiteX5" fmla="*/ 51110 w 423330"/>
                  <a:gd name="connsiteY5" fmla="*/ 346866 h 379577"/>
                  <a:gd name="connsiteX6" fmla="*/ 97192 w 423330"/>
                  <a:gd name="connsiteY6" fmla="*/ 293131 h 379577"/>
                  <a:gd name="connsiteX7" fmla="*/ 411822 w 423330"/>
                  <a:gd name="connsiteY7" fmla="*/ 0 h 379577"/>
                  <a:gd name="connsiteX8" fmla="*/ 423330 w 423330"/>
                  <a:gd name="connsiteY8" fmla="*/ 12352 h 379577"/>
                  <a:gd name="connsiteX9" fmla="*/ 109050 w 423330"/>
                  <a:gd name="connsiteY9" fmla="*/ 305155 h 379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3330" h="379577">
                    <a:moveTo>
                      <a:pt x="45335" y="379578"/>
                    </a:moveTo>
                    <a:lnTo>
                      <a:pt x="0" y="258542"/>
                    </a:lnTo>
                    <a:lnTo>
                      <a:pt x="197159" y="134675"/>
                    </a:lnTo>
                    <a:lnTo>
                      <a:pt x="206141" y="148973"/>
                    </a:lnTo>
                    <a:lnTo>
                      <a:pt x="20638" y="265515"/>
                    </a:lnTo>
                    <a:lnTo>
                      <a:pt x="51110" y="346866"/>
                    </a:lnTo>
                    <a:lnTo>
                      <a:pt x="97192" y="293131"/>
                    </a:lnTo>
                    <a:lnTo>
                      <a:pt x="411822" y="0"/>
                    </a:lnTo>
                    <a:lnTo>
                      <a:pt x="423330" y="12352"/>
                    </a:lnTo>
                    <a:lnTo>
                      <a:pt x="109050" y="305155"/>
                    </a:lnTo>
                    <a:close/>
                  </a:path>
                </a:pathLst>
              </a:custGeom>
              <a:grpFill/>
              <a:ln w="4167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3059893-5415-2356-5E58-D3621AD1D2AD}"/>
              </a:ext>
            </a:extLst>
          </p:cNvPr>
          <p:cNvSpPr/>
          <p:nvPr userDrawn="1"/>
        </p:nvSpPr>
        <p:spPr>
          <a:xfrm>
            <a:off x="674420" y="1720063"/>
            <a:ext cx="299247" cy="311938"/>
          </a:xfrm>
          <a:prstGeom prst="roundRect">
            <a:avLst>
              <a:gd name="adj" fmla="val 1501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accent1"/>
              </a:solidFill>
            </a:endParaRPr>
          </a:p>
        </p:txBody>
      </p:sp>
      <p:sp>
        <p:nvSpPr>
          <p:cNvPr id="40" name="Freeform 122">
            <a:extLst>
              <a:ext uri="{FF2B5EF4-FFF2-40B4-BE49-F238E27FC236}">
                <a16:creationId xmlns:a16="http://schemas.microsoft.com/office/drawing/2014/main" id="{7D7E254D-8A5A-1B9F-AE8E-39D83C3B918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9215" y="1808479"/>
            <a:ext cx="136103" cy="136103"/>
          </a:xfrm>
          <a:custGeom>
            <a:avLst/>
            <a:gdLst>
              <a:gd name="T0" fmla="*/ 62 w 200"/>
              <a:gd name="T1" fmla="*/ 111 h 200"/>
              <a:gd name="T2" fmla="*/ 157 w 200"/>
              <a:gd name="T3" fmla="*/ 17 h 200"/>
              <a:gd name="T4" fmla="*/ 12 w 200"/>
              <a:gd name="T5" fmla="*/ 17 h 200"/>
              <a:gd name="T6" fmla="*/ 0 w 200"/>
              <a:gd name="T7" fmla="*/ 29 h 200"/>
              <a:gd name="T8" fmla="*/ 0 w 200"/>
              <a:gd name="T9" fmla="*/ 200 h 200"/>
              <a:gd name="T10" fmla="*/ 171 w 200"/>
              <a:gd name="T11" fmla="*/ 200 h 200"/>
              <a:gd name="T12" fmla="*/ 183 w 200"/>
              <a:gd name="T13" fmla="*/ 187 h 200"/>
              <a:gd name="T14" fmla="*/ 183 w 200"/>
              <a:gd name="T15" fmla="*/ 43 h 200"/>
              <a:gd name="T16" fmla="*/ 89 w 200"/>
              <a:gd name="T17" fmla="*/ 138 h 200"/>
              <a:gd name="T18" fmla="*/ 62 w 200"/>
              <a:gd name="T19" fmla="*/ 111 h 200"/>
              <a:gd name="T20" fmla="*/ 46 w 200"/>
              <a:gd name="T21" fmla="*/ 154 h 200"/>
              <a:gd name="T22" fmla="*/ 46 w 200"/>
              <a:gd name="T23" fmla="*/ 130 h 200"/>
              <a:gd name="T24" fmla="*/ 70 w 200"/>
              <a:gd name="T25" fmla="*/ 154 h 200"/>
              <a:gd name="T26" fmla="*/ 46 w 200"/>
              <a:gd name="T27" fmla="*/ 154 h 200"/>
              <a:gd name="T28" fmla="*/ 174 w 200"/>
              <a:gd name="T29" fmla="*/ 0 h 200"/>
              <a:gd name="T30" fmla="*/ 157 w 200"/>
              <a:gd name="T31" fmla="*/ 16 h 200"/>
              <a:gd name="T32" fmla="*/ 157 w 200"/>
              <a:gd name="T33" fmla="*/ 17 h 200"/>
              <a:gd name="T34" fmla="*/ 157 w 200"/>
              <a:gd name="T35" fmla="*/ 17 h 200"/>
              <a:gd name="T36" fmla="*/ 183 w 200"/>
              <a:gd name="T37" fmla="*/ 42 h 200"/>
              <a:gd name="T38" fmla="*/ 183 w 200"/>
              <a:gd name="T39" fmla="*/ 43 h 200"/>
              <a:gd name="T40" fmla="*/ 183 w 200"/>
              <a:gd name="T41" fmla="*/ 43 h 200"/>
              <a:gd name="T42" fmla="*/ 200 w 200"/>
              <a:gd name="T43" fmla="*/ 26 h 200"/>
              <a:gd name="T44" fmla="*/ 174 w 200"/>
              <a:gd name="T45" fmla="*/ 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00" h="200">
                <a:moveTo>
                  <a:pt x="62" y="111"/>
                </a:moveTo>
                <a:cubicBezTo>
                  <a:pt x="157" y="17"/>
                  <a:pt x="157" y="17"/>
                  <a:pt x="157" y="17"/>
                </a:cubicBezTo>
                <a:cubicBezTo>
                  <a:pt x="12" y="17"/>
                  <a:pt x="12" y="17"/>
                  <a:pt x="12" y="17"/>
                </a:cubicBezTo>
                <a:cubicBezTo>
                  <a:pt x="5" y="17"/>
                  <a:pt x="0" y="22"/>
                  <a:pt x="0" y="29"/>
                </a:cubicBezTo>
                <a:cubicBezTo>
                  <a:pt x="0" y="200"/>
                  <a:pt x="0" y="200"/>
                  <a:pt x="0" y="200"/>
                </a:cubicBezTo>
                <a:cubicBezTo>
                  <a:pt x="171" y="200"/>
                  <a:pt x="171" y="200"/>
                  <a:pt x="171" y="200"/>
                </a:cubicBezTo>
                <a:cubicBezTo>
                  <a:pt x="178" y="200"/>
                  <a:pt x="183" y="194"/>
                  <a:pt x="183" y="187"/>
                </a:cubicBezTo>
                <a:cubicBezTo>
                  <a:pt x="183" y="43"/>
                  <a:pt x="183" y="43"/>
                  <a:pt x="183" y="43"/>
                </a:cubicBezTo>
                <a:cubicBezTo>
                  <a:pt x="89" y="138"/>
                  <a:pt x="89" y="138"/>
                  <a:pt x="89" y="138"/>
                </a:cubicBezTo>
                <a:lnTo>
                  <a:pt x="62" y="111"/>
                </a:lnTo>
                <a:close/>
                <a:moveTo>
                  <a:pt x="46" y="154"/>
                </a:moveTo>
                <a:cubicBezTo>
                  <a:pt x="46" y="130"/>
                  <a:pt x="46" y="130"/>
                  <a:pt x="46" y="130"/>
                </a:cubicBezTo>
                <a:cubicBezTo>
                  <a:pt x="70" y="154"/>
                  <a:pt x="70" y="154"/>
                  <a:pt x="70" y="154"/>
                </a:cubicBezTo>
                <a:lnTo>
                  <a:pt x="46" y="154"/>
                </a:lnTo>
                <a:close/>
                <a:moveTo>
                  <a:pt x="174" y="0"/>
                </a:moveTo>
                <a:cubicBezTo>
                  <a:pt x="157" y="16"/>
                  <a:pt x="157" y="16"/>
                  <a:pt x="157" y="16"/>
                </a:cubicBezTo>
                <a:cubicBezTo>
                  <a:pt x="157" y="17"/>
                  <a:pt x="157" y="17"/>
                  <a:pt x="157" y="17"/>
                </a:cubicBezTo>
                <a:cubicBezTo>
                  <a:pt x="157" y="17"/>
                  <a:pt x="157" y="17"/>
                  <a:pt x="157" y="17"/>
                </a:cubicBezTo>
                <a:cubicBezTo>
                  <a:pt x="183" y="42"/>
                  <a:pt x="183" y="42"/>
                  <a:pt x="183" y="42"/>
                </a:cubicBezTo>
                <a:cubicBezTo>
                  <a:pt x="183" y="43"/>
                  <a:pt x="183" y="43"/>
                  <a:pt x="183" y="43"/>
                </a:cubicBezTo>
                <a:cubicBezTo>
                  <a:pt x="183" y="43"/>
                  <a:pt x="183" y="43"/>
                  <a:pt x="183" y="43"/>
                </a:cubicBezTo>
                <a:cubicBezTo>
                  <a:pt x="200" y="26"/>
                  <a:pt x="200" y="26"/>
                  <a:pt x="200" y="26"/>
                </a:cubicBezTo>
                <a:lnTo>
                  <a:pt x="17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3530" tIns="31766" rIns="63530" bIns="31766" numCol="1" anchor="t" anchorCtr="0" compatLnSpc="1">
            <a:prstTxWarp prst="textNoShape">
              <a:avLst/>
            </a:prstTxWarp>
          </a:bodyPr>
          <a:lstStyle/>
          <a:p>
            <a:endParaRPr lang="en-US" sz="65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E431902-12F5-60A2-A36F-3A17397914F5}"/>
              </a:ext>
            </a:extLst>
          </p:cNvPr>
          <p:cNvSpPr/>
          <p:nvPr userDrawn="1"/>
        </p:nvSpPr>
        <p:spPr>
          <a:xfrm>
            <a:off x="674420" y="2829196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청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D5C2EF8-20F2-DDF1-2EC6-3CD709230B1E}"/>
              </a:ext>
            </a:extLst>
          </p:cNvPr>
          <p:cNvSpPr/>
          <p:nvPr userDrawn="1"/>
        </p:nvSpPr>
        <p:spPr>
          <a:xfrm>
            <a:off x="674420" y="3337196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bg1"/>
                </a:solidFill>
              </a:rPr>
              <a:t>S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2F154FD-D7B9-353E-A8C1-C7BC957B9CCA}"/>
              </a:ext>
            </a:extLst>
          </p:cNvPr>
          <p:cNvSpPr/>
          <p:nvPr userDrawn="1"/>
        </p:nvSpPr>
        <p:spPr>
          <a:xfrm>
            <a:off x="674420" y="3862130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bg1"/>
                </a:solidFill>
              </a:rPr>
              <a:t>S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B8488C16-A385-ED8F-379F-E6666B7CE0B4}"/>
              </a:ext>
            </a:extLst>
          </p:cNvPr>
          <p:cNvSpPr/>
          <p:nvPr userDrawn="1"/>
        </p:nvSpPr>
        <p:spPr>
          <a:xfrm>
            <a:off x="674420" y="4403997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삼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DCE4744-B661-3150-26F6-55B77BF46005}"/>
              </a:ext>
            </a:extLst>
          </p:cNvPr>
          <p:cNvSpPr/>
          <p:nvPr userDrawn="1"/>
        </p:nvSpPr>
        <p:spPr>
          <a:xfrm>
            <a:off x="674420" y="4928930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경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F2EA4CD-759A-B4B0-6B2D-4AC1575843C6}"/>
              </a:ext>
            </a:extLst>
          </p:cNvPr>
          <p:cNvSpPr/>
          <p:nvPr userDrawn="1"/>
        </p:nvSpPr>
        <p:spPr>
          <a:xfrm>
            <a:off x="674420" y="5462330"/>
            <a:ext cx="341580" cy="345805"/>
          </a:xfrm>
          <a:prstGeom prst="roundRect">
            <a:avLst>
              <a:gd name="adj" fmla="val 890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bg1"/>
                </a:solidFill>
              </a:rPr>
              <a:t>K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FC5AD4F-3F5C-8012-ED9E-18A1CC2C2B62}"/>
              </a:ext>
            </a:extLst>
          </p:cNvPr>
          <p:cNvSpPr/>
          <p:nvPr userDrawn="1"/>
        </p:nvSpPr>
        <p:spPr>
          <a:xfrm>
            <a:off x="568960" y="5720080"/>
            <a:ext cx="574040" cy="365228"/>
          </a:xfrm>
          <a:prstGeom prst="rect">
            <a:avLst/>
          </a:prstGeom>
          <a:gradFill flip="none" rotWithShape="1">
            <a:gsLst>
              <a:gs pos="28000">
                <a:schemeClr val="accent5"/>
              </a:gs>
              <a:gs pos="93000">
                <a:schemeClr val="accent5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위쪽 모서리 61">
            <a:extLst>
              <a:ext uri="{FF2B5EF4-FFF2-40B4-BE49-F238E27FC236}">
                <a16:creationId xmlns:a16="http://schemas.microsoft.com/office/drawing/2014/main" id="{0506AD73-D742-6C4E-ED7F-E0131C2B0F0C}"/>
              </a:ext>
            </a:extLst>
          </p:cNvPr>
          <p:cNvSpPr/>
          <p:nvPr userDrawn="1"/>
        </p:nvSpPr>
        <p:spPr>
          <a:xfrm rot="5400000">
            <a:off x="1139132" y="5587440"/>
            <a:ext cx="405334" cy="313603"/>
          </a:xfrm>
          <a:prstGeom prst="round2SameRect">
            <a:avLst>
              <a:gd name="adj1" fmla="val 32675"/>
              <a:gd name="adj2" fmla="val 0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rtlCol="0" anchor="ctr"/>
          <a:lstStyle/>
          <a:p>
            <a:pPr algn="ctr"/>
            <a:r>
              <a:rPr lang="en-US" altLang="ko-KR" sz="1600" b="1">
                <a:latin typeface="+mj-ea"/>
                <a:ea typeface="+mj-ea"/>
              </a:rPr>
              <a:t>+</a:t>
            </a:r>
            <a:endParaRPr lang="ko-KR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411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47577" y="404814"/>
            <a:ext cx="9010848" cy="4924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ko-KR"/>
              <a:t>Click to edit slide title style</a:t>
            </a:r>
            <a:endParaRPr lang="ko-KR" altLang="en-US"/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4" hasCustomPrompt="1"/>
          </p:nvPr>
        </p:nvSpPr>
        <p:spPr>
          <a:xfrm>
            <a:off x="447577" y="981075"/>
            <a:ext cx="9010848" cy="431800"/>
          </a:xfrm>
          <a:prstGeom prst="rect">
            <a:avLst/>
          </a:prstGeom>
        </p:spPr>
        <p:txBody>
          <a:bodyPr lIns="0">
            <a:noAutofit/>
          </a:bodyPr>
          <a:lstStyle>
            <a:lvl1pPr indent="0">
              <a:spcAft>
                <a:spcPts val="0"/>
              </a:spcAft>
              <a:defRPr b="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/>
              <a:t>Click to edit slide subtitle style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2E5B0-E07C-4637-8BCB-278A09FE91C3}"/>
              </a:ext>
            </a:extLst>
          </p:cNvPr>
          <p:cNvSpPr txBox="1"/>
          <p:nvPr userDrawn="1"/>
        </p:nvSpPr>
        <p:spPr>
          <a:xfrm>
            <a:off x="7729681" y="6474689"/>
            <a:ext cx="1736248" cy="1250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  <a:spcAft>
                <a:spcPts val="488"/>
              </a:spcAft>
              <a:buSzPct val="100000"/>
            </a:pPr>
            <a:fld id="{37419155-47D9-4395-B3AD-FE40932C2F6A}" type="slidenum">
              <a:rPr lang="ko-KR" altLang="en-US" sz="813" smtClean="0">
                <a:latin typeface="+mn-lt"/>
              </a:rPr>
              <a:pPr algn="r">
                <a:lnSpc>
                  <a:spcPct val="100000"/>
                </a:lnSpc>
                <a:spcAft>
                  <a:spcPts val="488"/>
                </a:spcAft>
                <a:buSzPct val="100000"/>
              </a:pPr>
              <a:t>‹#›</a:t>
            </a:fld>
            <a:endParaRPr lang="ko-KR" altLang="en-US" sz="813">
              <a:latin typeface="+mn-lt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805BBB74-D4EE-4EBA-9834-D452F1CB7F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1539" y="101170"/>
            <a:ext cx="3176886" cy="185737"/>
          </a:xfrm>
        </p:spPr>
        <p:txBody>
          <a:bodyPr>
            <a:noAutofit/>
          </a:bodyPr>
          <a:lstStyle>
            <a:lvl1pPr algn="r">
              <a:defRPr sz="813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6">
            <a:extLst>
              <a:ext uri="{FF2B5EF4-FFF2-40B4-BE49-F238E27FC236}">
                <a16:creationId xmlns:a16="http://schemas.microsoft.com/office/drawing/2014/main" id="{FC574741-82B4-4B0B-A14F-52EF5CC93E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1539" y="323851"/>
            <a:ext cx="3176886" cy="185737"/>
          </a:xfrm>
        </p:spPr>
        <p:txBody>
          <a:bodyPr>
            <a:noAutofit/>
          </a:bodyPr>
          <a:lstStyle>
            <a:lvl1pPr algn="r">
              <a:defRPr sz="813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269606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_Title and Sub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notes">
            <a:extLst>
              <a:ext uri="{FF2B5EF4-FFF2-40B4-BE49-F238E27FC236}">
                <a16:creationId xmlns:a16="http://schemas.microsoft.com/office/drawing/2014/main" id="{B838EAE9-AD56-644A-AF54-3B9C86CE4B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76247" y="6355077"/>
            <a:ext cx="5943600" cy="27432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609"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FontTx/>
              <a:buNone/>
              <a:defRPr sz="609"/>
            </a:lvl2pPr>
            <a:lvl3pPr marL="0" indent="0">
              <a:spcAft>
                <a:spcPts val="0"/>
              </a:spcAft>
              <a:buFontTx/>
              <a:buNone/>
              <a:defRPr sz="609"/>
            </a:lvl3pPr>
            <a:lvl4pPr marL="0" indent="0">
              <a:spcAft>
                <a:spcPts val="0"/>
              </a:spcAft>
              <a:buFontTx/>
              <a:buNone/>
              <a:defRPr sz="609"/>
            </a:lvl4pPr>
            <a:lvl5pPr marL="0" indent="0">
              <a:spcAft>
                <a:spcPts val="0"/>
              </a:spcAft>
              <a:buFontTx/>
              <a:buNone/>
              <a:defRPr sz="609"/>
            </a:lvl5pPr>
            <a:lvl6pPr marL="0" indent="0">
              <a:spcAft>
                <a:spcPts val="0"/>
              </a:spcAft>
              <a:buFontTx/>
              <a:buNone/>
              <a:defRPr sz="609"/>
            </a:lvl6pPr>
            <a:lvl7pPr marL="0" indent="0">
              <a:spcAft>
                <a:spcPts val="0"/>
              </a:spcAft>
              <a:buFontTx/>
              <a:buNone/>
              <a:defRPr sz="609"/>
            </a:lvl7pPr>
            <a:lvl8pPr marL="0" indent="0">
              <a:spcAft>
                <a:spcPts val="0"/>
              </a:spcAft>
              <a:buFontTx/>
              <a:buNone/>
              <a:defRPr sz="609"/>
            </a:lvl8pPr>
            <a:lvl9pPr marL="0" indent="0">
              <a:spcAft>
                <a:spcPts val="0"/>
              </a:spcAft>
              <a:buFontTx/>
              <a:buNone/>
              <a:defRPr sz="609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A237D5-BD7E-FAE6-CC21-F5FAA0721A12}"/>
              </a:ext>
            </a:extLst>
          </p:cNvPr>
          <p:cNvSpPr/>
          <p:nvPr userDrawn="1"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rgbClr val="004E9E"/>
          </a:solidFill>
          <a:ln w="19050">
            <a:noFill/>
          </a:ln>
          <a:effectLst/>
        </p:spPr>
        <p:txBody>
          <a:bodyPr vert="horz" wrap="square" lIns="0" tIns="0" rIns="0" bIns="0" rtlCol="0" anchor="ctr">
            <a:noAutofit/>
          </a:bodyPr>
          <a:lstStyle/>
          <a:p>
            <a:pPr defTabSz="786293">
              <a:buClrTx/>
              <a:defRPr/>
            </a:pPr>
            <a:endParaRPr lang="ko-KR" altLang="en-US" sz="1032" kern="1200" spc="-26">
              <a:ln>
                <a:solidFill>
                  <a:srgbClr val="000000">
                    <a:alpha val="0"/>
                  </a:srgbClr>
                </a:solidFill>
              </a:ln>
              <a:latin typeface="나눔고딕" pitchFamily="2" charset="-127"/>
              <a:ea typeface="나눔고딕" pitchFamily="2" charset="-127"/>
              <a:cs typeface="Arial" panose="020B06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72D01968-7A58-799A-A19F-F6874570D428}"/>
              </a:ext>
            </a:extLst>
          </p:cNvPr>
          <p:cNvSpPr/>
          <p:nvPr userDrawn="1"/>
        </p:nvSpPr>
        <p:spPr>
          <a:xfrm flipH="1">
            <a:off x="-1" y="1"/>
            <a:ext cx="9906001" cy="6857999"/>
          </a:xfrm>
          <a:prstGeom prst="rect">
            <a:avLst/>
          </a:prstGeom>
          <a:gradFill>
            <a:gsLst>
              <a:gs pos="0">
                <a:srgbClr val="000000">
                  <a:alpha val="40000"/>
                </a:srgbClr>
              </a:gs>
              <a:gs pos="95000">
                <a:srgbClr val="000000">
                  <a:alpha val="5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86293">
              <a:defRPr/>
            </a:pPr>
            <a:endParaRPr lang="en-GB" sz="1160" kern="1200" spc="-26">
              <a:solidFill>
                <a:srgbClr val="FFFFFF"/>
              </a:solidFill>
              <a:latin typeface="나눔고딕" pitchFamily="2" charset="-127"/>
              <a:ea typeface="나눔고딕" pitchFamily="2" charset="-127"/>
            </a:endParaRPr>
          </a:p>
        </p:txBody>
      </p:sp>
      <p:pic>
        <p:nvPicPr>
          <p:cNvPr id="54" name="Google Shape;332;p1">
            <a:extLst>
              <a:ext uri="{FF2B5EF4-FFF2-40B4-BE49-F238E27FC236}">
                <a16:creationId xmlns:a16="http://schemas.microsoft.com/office/drawing/2014/main" id="{E0A24992-D056-76C3-349C-5428EE1EC5E1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 l="11958" t="56299" r="30869" b="15368"/>
          <a:stretch/>
        </p:blipFill>
        <p:spPr>
          <a:xfrm>
            <a:off x="9084292" y="601985"/>
            <a:ext cx="378338" cy="154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Straight Connector 43">
            <a:extLst>
              <a:ext uri="{FF2B5EF4-FFF2-40B4-BE49-F238E27FC236}">
                <a16:creationId xmlns:a16="http://schemas.microsoft.com/office/drawing/2014/main" id="{296E9152-68F2-ABF9-A641-51DD9EA7642A}"/>
              </a:ext>
            </a:extLst>
          </p:cNvPr>
          <p:cNvCxnSpPr/>
          <p:nvPr userDrawn="1"/>
        </p:nvCxnSpPr>
        <p:spPr>
          <a:xfrm>
            <a:off x="9042704" y="596449"/>
            <a:ext cx="0" cy="169458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AAFFC1F-E5FB-4C87-2E8F-C2017FB17973}"/>
              </a:ext>
            </a:extLst>
          </p:cNvPr>
          <p:cNvSpPr txBox="1"/>
          <p:nvPr userDrawn="1"/>
        </p:nvSpPr>
        <p:spPr>
          <a:xfrm>
            <a:off x="8087967" y="577131"/>
            <a:ext cx="919638" cy="1985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ko-KR" altLang="en-US" sz="1290" b="1" kern="1200" spc="-26">
                <a:solidFill>
                  <a:schemeClr val="bg1">
                    <a:lumMod val="85000"/>
                  </a:schemeClr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삼성화재</a:t>
            </a:r>
          </a:p>
        </p:txBody>
      </p:sp>
    </p:spTree>
    <p:extLst>
      <p:ext uri="{BB962C8B-B14F-4D97-AF65-F5344CB8AC3E}">
        <p14:creationId xmlns:p14="http://schemas.microsoft.com/office/powerpoint/2010/main" val="40468332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1" preserve="1" userDrawn="1">
  <p:cSld name="Title Slide 1">
    <p:bg>
      <p:bgPr>
        <a:solidFill>
          <a:schemeClr val="bg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2E87B1B-8569-874F-DAEE-54BB07D87C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r="22912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3853953-DC66-118C-4F68-5D7E979ABB40}"/>
              </a:ext>
            </a:extLst>
          </p:cNvPr>
          <p:cNvSpPr/>
          <p:nvPr userDrawn="1"/>
        </p:nvSpPr>
        <p:spPr>
          <a:xfrm>
            <a:off x="0" y="0"/>
            <a:ext cx="99072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8AF6AE-BE90-8A34-5EA4-EACCB97E4462}"/>
              </a:ext>
            </a:extLst>
          </p:cNvPr>
          <p:cNvSpPr/>
          <p:nvPr userDrawn="1"/>
        </p:nvSpPr>
        <p:spPr>
          <a:xfrm>
            <a:off x="-1200" y="5740400"/>
            <a:ext cx="9907200" cy="111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2BB06E-97D7-6C35-4A0B-6A9D848A5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5514" y="6087410"/>
            <a:ext cx="2553505" cy="437819"/>
          </a:xfrm>
          <a:prstGeom prst="rect">
            <a:avLst/>
          </a:prstGeom>
        </p:spPr>
      </p:pic>
      <p:pic>
        <p:nvPicPr>
          <p:cNvPr id="4" name="Google Shape;16;p40">
            <a:extLst>
              <a:ext uri="{FF2B5EF4-FFF2-40B4-BE49-F238E27FC236}">
                <a16:creationId xmlns:a16="http://schemas.microsoft.com/office/drawing/2014/main" id="{6FA28F57-E995-2473-C65E-1B7AA8603CC6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1255712" y="6268720"/>
            <a:ext cx="2385819" cy="170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;p40">
            <a:extLst>
              <a:ext uri="{FF2B5EF4-FFF2-40B4-BE49-F238E27FC236}">
                <a16:creationId xmlns:a16="http://schemas.microsoft.com/office/drawing/2014/main" id="{A177DAF7-65E0-3744-E9F4-39204580E520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536076" y="6010774"/>
            <a:ext cx="618785" cy="48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8;p240">
            <a:extLst>
              <a:ext uri="{FF2B5EF4-FFF2-40B4-BE49-F238E27FC236}">
                <a16:creationId xmlns:a16="http://schemas.microsoft.com/office/drawing/2014/main" id="{5819D842-19CC-0E1C-7691-1DB75CC4AE4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15925" y="1137530"/>
            <a:ext cx="9074150" cy="233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  <a:defRPr sz="3200" b="1" i="0" u="none" strike="noStrike" cap="none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9;p240">
            <a:extLst>
              <a:ext uri="{FF2B5EF4-FFF2-40B4-BE49-F238E27FC236}">
                <a16:creationId xmlns:a16="http://schemas.microsoft.com/office/drawing/2014/main" id="{9EE26E43-3C8C-7AA6-585F-4A0C13CDEA1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5925" y="4295180"/>
            <a:ext cx="5976938" cy="380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885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_Title and Sub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08F6C49F-7A1B-B7E0-BC65-4C147F9E8C65}"/>
              </a:ext>
            </a:extLst>
          </p:cNvPr>
          <p:cNvGrpSpPr/>
          <p:nvPr userDrawn="1"/>
        </p:nvGrpSpPr>
        <p:grpSpPr>
          <a:xfrm>
            <a:off x="0" y="0"/>
            <a:ext cx="9907200" cy="6858000"/>
            <a:chOff x="0" y="0"/>
            <a:chExt cx="9907200" cy="685800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43763F59-97CE-CB76-56E1-8FF8996AF8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r="18069"/>
            <a:stretch/>
          </p:blipFill>
          <p:spPr>
            <a:xfrm>
              <a:off x="0" y="0"/>
              <a:ext cx="9906000" cy="6857998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92BBC78-C684-86C7-15C1-7696112A7793}"/>
                </a:ext>
              </a:extLst>
            </p:cNvPr>
            <p:cNvSpPr/>
            <p:nvPr userDrawn="1"/>
          </p:nvSpPr>
          <p:spPr>
            <a:xfrm>
              <a:off x="0" y="0"/>
              <a:ext cx="9907200" cy="6858000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Footnotes">
            <a:extLst>
              <a:ext uri="{FF2B5EF4-FFF2-40B4-BE49-F238E27FC236}">
                <a16:creationId xmlns:a16="http://schemas.microsoft.com/office/drawing/2014/main" id="{B838EAE9-AD56-644A-AF54-3B9C86CE4B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76247" y="6355077"/>
            <a:ext cx="5943600" cy="27432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609"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0" indent="0">
              <a:spcAft>
                <a:spcPts val="0"/>
              </a:spcAft>
              <a:buFontTx/>
              <a:buNone/>
              <a:defRPr sz="609"/>
            </a:lvl2pPr>
            <a:lvl3pPr marL="0" indent="0">
              <a:spcAft>
                <a:spcPts val="0"/>
              </a:spcAft>
              <a:buFontTx/>
              <a:buNone/>
              <a:defRPr sz="609"/>
            </a:lvl3pPr>
            <a:lvl4pPr marL="0" indent="0">
              <a:spcAft>
                <a:spcPts val="0"/>
              </a:spcAft>
              <a:buFontTx/>
              <a:buNone/>
              <a:defRPr sz="609"/>
            </a:lvl4pPr>
            <a:lvl5pPr marL="0" indent="0">
              <a:spcAft>
                <a:spcPts val="0"/>
              </a:spcAft>
              <a:buFontTx/>
              <a:buNone/>
              <a:defRPr sz="609"/>
            </a:lvl5pPr>
            <a:lvl6pPr marL="0" indent="0">
              <a:spcAft>
                <a:spcPts val="0"/>
              </a:spcAft>
              <a:buFontTx/>
              <a:buNone/>
              <a:defRPr sz="609"/>
            </a:lvl6pPr>
            <a:lvl7pPr marL="0" indent="0">
              <a:spcAft>
                <a:spcPts val="0"/>
              </a:spcAft>
              <a:buFontTx/>
              <a:buNone/>
              <a:defRPr sz="609"/>
            </a:lvl7pPr>
            <a:lvl8pPr marL="0" indent="0">
              <a:spcAft>
                <a:spcPts val="0"/>
              </a:spcAft>
              <a:buFontTx/>
              <a:buNone/>
              <a:defRPr sz="609"/>
            </a:lvl8pPr>
            <a:lvl9pPr marL="0" indent="0">
              <a:spcAft>
                <a:spcPts val="0"/>
              </a:spcAft>
              <a:buFontTx/>
              <a:buNone/>
              <a:defRPr sz="609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79C5B85-78D8-5C97-B5D7-BB78C5AA06D7}"/>
              </a:ext>
            </a:extLst>
          </p:cNvPr>
          <p:cNvGrpSpPr/>
          <p:nvPr userDrawn="1"/>
        </p:nvGrpSpPr>
        <p:grpSpPr>
          <a:xfrm>
            <a:off x="-625914" y="1838960"/>
            <a:ext cx="560908" cy="1314654"/>
            <a:chOff x="-820515" y="2837390"/>
            <a:chExt cx="570535" cy="108458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439250E-11BD-C5E4-5029-798C440BB44B}"/>
                </a:ext>
              </a:extLst>
            </p:cNvPr>
            <p:cNvGrpSpPr/>
            <p:nvPr/>
          </p:nvGrpSpPr>
          <p:grpSpPr>
            <a:xfrm>
              <a:off x="-820515" y="2837390"/>
              <a:ext cx="272514" cy="1084584"/>
              <a:chOff x="-872769" y="2837390"/>
              <a:chExt cx="272514" cy="1084584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C7952CB-D1BB-77EC-EC53-258B15752C29}"/>
                  </a:ext>
                </a:extLst>
              </p:cNvPr>
              <p:cNvSpPr/>
              <p:nvPr/>
            </p:nvSpPr>
            <p:spPr bwMode="auto">
              <a:xfrm>
                <a:off x="-872769" y="2837390"/>
                <a:ext cx="272514" cy="271146"/>
              </a:xfrm>
              <a:prstGeom prst="rect">
                <a:avLst/>
              </a:prstGeom>
              <a:solidFill>
                <a:srgbClr val="A32020"/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BA686A24-BB91-C6AC-9417-E0A166DD0927}"/>
                  </a:ext>
                </a:extLst>
              </p:cNvPr>
              <p:cNvSpPr/>
              <p:nvPr/>
            </p:nvSpPr>
            <p:spPr bwMode="auto">
              <a:xfrm>
                <a:off x="-872769" y="3108536"/>
                <a:ext cx="272514" cy="271146"/>
              </a:xfrm>
              <a:prstGeom prst="rect">
                <a:avLst/>
              </a:prstGeom>
              <a:solidFill>
                <a:srgbClr val="BB2740"/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671C343-6692-9601-D933-5EE48DA0737E}"/>
                  </a:ext>
                </a:extLst>
              </p:cNvPr>
              <p:cNvSpPr/>
              <p:nvPr/>
            </p:nvSpPr>
            <p:spPr bwMode="auto">
              <a:xfrm>
                <a:off x="-872769" y="3379682"/>
                <a:ext cx="272514" cy="271146"/>
              </a:xfrm>
              <a:prstGeom prst="rect">
                <a:avLst/>
              </a:prstGeom>
              <a:solidFill>
                <a:srgbClr val="DB536A"/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FF6DF857-2341-CF9F-7264-F3ECF9C3DE94}"/>
                  </a:ext>
                </a:extLst>
              </p:cNvPr>
              <p:cNvSpPr/>
              <p:nvPr/>
            </p:nvSpPr>
            <p:spPr bwMode="auto">
              <a:xfrm>
                <a:off x="-872769" y="3650828"/>
                <a:ext cx="272514" cy="271146"/>
              </a:xfrm>
              <a:prstGeom prst="rect">
                <a:avLst/>
              </a:prstGeom>
              <a:solidFill>
                <a:srgbClr val="F8DDE1"/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860CCA93-6FD5-9714-7B7B-747612FB9DA0}"/>
                </a:ext>
              </a:extLst>
            </p:cNvPr>
            <p:cNvGrpSpPr/>
            <p:nvPr/>
          </p:nvGrpSpPr>
          <p:grpSpPr>
            <a:xfrm>
              <a:off x="-522494" y="2837390"/>
              <a:ext cx="272514" cy="1084584"/>
              <a:chOff x="-522494" y="2839543"/>
              <a:chExt cx="272514" cy="1084584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745AA8CD-F05C-5070-F506-26445D1B13F8}"/>
                  </a:ext>
                </a:extLst>
              </p:cNvPr>
              <p:cNvSpPr/>
              <p:nvPr/>
            </p:nvSpPr>
            <p:spPr bwMode="auto">
              <a:xfrm>
                <a:off x="-522494" y="2839543"/>
                <a:ext cx="272514" cy="27114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8474B0A7-51F1-A995-03A6-DF5447B9549B}"/>
                  </a:ext>
                </a:extLst>
              </p:cNvPr>
              <p:cNvSpPr/>
              <p:nvPr/>
            </p:nvSpPr>
            <p:spPr bwMode="auto">
              <a:xfrm>
                <a:off x="-522494" y="3110689"/>
                <a:ext cx="272514" cy="271146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32BFECAB-612E-6342-8700-7EEAA8398AAB}"/>
                  </a:ext>
                </a:extLst>
              </p:cNvPr>
              <p:cNvSpPr/>
              <p:nvPr/>
            </p:nvSpPr>
            <p:spPr bwMode="auto">
              <a:xfrm>
                <a:off x="-522494" y="3381835"/>
                <a:ext cx="272514" cy="27114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83798589-C1AE-74A1-D07D-FB11E1022FEA}"/>
                  </a:ext>
                </a:extLst>
              </p:cNvPr>
              <p:cNvSpPr/>
              <p:nvPr/>
            </p:nvSpPr>
            <p:spPr bwMode="auto">
              <a:xfrm>
                <a:off x="-522494" y="3652981"/>
                <a:ext cx="272514" cy="271146"/>
              </a:xfrm>
              <a:prstGeom prst="rect">
                <a:avLst/>
              </a:prstGeom>
              <a:solidFill>
                <a:srgbClr val="F2F2F2"/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20" name="Subtitle 2">
            <a:extLst>
              <a:ext uri="{FF2B5EF4-FFF2-40B4-BE49-F238E27FC236}">
                <a16:creationId xmlns:a16="http://schemas.microsoft.com/office/drawing/2014/main" id="{452892DA-D8E6-BA4F-AF17-718D37A83532}"/>
              </a:ext>
            </a:extLst>
          </p:cNvPr>
          <p:cNvSpPr txBox="1">
            <a:spLocks/>
          </p:cNvSpPr>
          <p:nvPr userDrawn="1"/>
        </p:nvSpPr>
        <p:spPr>
          <a:xfrm>
            <a:off x="635314" y="419303"/>
            <a:ext cx="1655710" cy="233077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360363" indent="-3603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Char char="►"/>
              <a:defRPr sz="2400">
                <a:solidFill>
                  <a:srgbClr val="646464"/>
                </a:solidFill>
                <a:latin typeface="+mn-lt"/>
                <a:ea typeface="+mn-ea"/>
                <a:cs typeface="+mn-cs"/>
              </a:defRPr>
            </a:lvl1pPr>
            <a:lvl2pPr marL="717550" indent="-355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Char char="►"/>
              <a:defRPr sz="2000">
                <a:solidFill>
                  <a:srgbClr val="646464"/>
                </a:solidFill>
                <a:latin typeface="+mn-lt"/>
                <a:ea typeface="맑은 고딕" pitchFamily="50" charset="-127"/>
              </a:defRPr>
            </a:lvl2pPr>
            <a:lvl3pPr marL="1081088" indent="-36195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Char char="►"/>
              <a:defRPr>
                <a:solidFill>
                  <a:srgbClr val="646464"/>
                </a:solidFill>
                <a:latin typeface="+mn-lt"/>
                <a:ea typeface="맑은 고딕" pitchFamily="50" charset="-127"/>
              </a:defRPr>
            </a:lvl3pPr>
            <a:lvl4pPr marL="1441450" indent="-35877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Char char="►"/>
              <a:defRPr sz="1600">
                <a:solidFill>
                  <a:srgbClr val="646464"/>
                </a:solidFill>
                <a:latin typeface="+mn-lt"/>
                <a:ea typeface="맑은 고딕" pitchFamily="50" charset="-127"/>
              </a:defRPr>
            </a:lvl4pPr>
            <a:lvl5pPr marL="1800225" indent="-357188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Char char="►"/>
              <a:defRPr sz="1600">
                <a:solidFill>
                  <a:srgbClr val="646464"/>
                </a:solidFill>
                <a:latin typeface="+mn-lt"/>
                <a:ea typeface="맑은 고딕" pitchFamily="50" charset="-127"/>
              </a:defRPr>
            </a:lvl5pPr>
            <a:lvl6pPr marL="2257425" indent="-357188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625" indent="-357188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825" indent="-357188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9025" indent="-357188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pPr marL="0" indent="0" defTabSz="786293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ko-KR" altLang="en-US" sz="1400" b="1" kern="1200" spc="-26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일반보험 </a:t>
            </a:r>
            <a:r>
              <a:rPr lang="en-US" altLang="ko-KR" sz="1400" b="1" kern="1200" spc="-26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2.0 </a:t>
            </a:r>
            <a:r>
              <a:rPr lang="ko-KR" altLang="en-US" sz="1400" b="1" kern="1200" spc="-26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44AF898C-540A-828B-5AA6-76E5FA2D25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26418" y="1031293"/>
            <a:ext cx="3853164" cy="3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61910" anchor="ctr">
            <a:noAutofit/>
          </a:bodyPr>
          <a:lstStyle/>
          <a:p>
            <a:pPr marL="309876" indent="-309876" algn="ctr" defTabSz="786293" fontAlgn="ctr" latinLnBrk="1">
              <a:lnSpc>
                <a:spcPct val="120000"/>
              </a:lnSpc>
              <a:spcBef>
                <a:spcPts val="172"/>
              </a:spcBef>
              <a:spcAft>
                <a:spcPct val="0"/>
              </a:spcAft>
              <a:buClr>
                <a:srgbClr val="FFD200"/>
              </a:buClr>
              <a:buSzPct val="75000"/>
              <a:defRPr/>
            </a:pPr>
            <a:r>
              <a:rPr kumimoji="1" lang="en-US" altLang="ko-KR" sz="3200" b="1" kern="1200" spc="-26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Table</a:t>
            </a:r>
            <a:r>
              <a:rPr kumimoji="1" lang="ko-KR" altLang="en-US" sz="3200" b="1" kern="1200" spc="-26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kumimoji="1" lang="en-US" altLang="ko-KR" sz="3200" b="1" kern="1200" spc="-26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of</a:t>
            </a:r>
            <a:r>
              <a:rPr kumimoji="1" lang="ko-KR" altLang="en-US" sz="3200" b="1" kern="1200" spc="-26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kumimoji="1" lang="en-US" altLang="ko-KR" sz="3200" b="1" kern="1200" spc="-26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contents</a:t>
            </a:r>
            <a:endParaRPr kumimoji="1" lang="ko-KR" altLang="en-US" sz="3200" b="1" kern="1200" spc="-26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2" name="Rectangle 126">
            <a:extLst>
              <a:ext uri="{FF2B5EF4-FFF2-40B4-BE49-F238E27FC236}">
                <a16:creationId xmlns:a16="http://schemas.microsoft.com/office/drawing/2014/main" id="{F5BC9766-4BE5-7890-8993-6A3BCBA113F4}"/>
              </a:ext>
            </a:extLst>
          </p:cNvPr>
          <p:cNvSpPr/>
          <p:nvPr userDrawn="1"/>
        </p:nvSpPr>
        <p:spPr>
          <a:xfrm>
            <a:off x="826425" y="1561963"/>
            <a:ext cx="604145" cy="626905"/>
          </a:xfrm>
          <a:prstGeom prst="rect">
            <a:avLst/>
          </a:prstGeom>
        </p:spPr>
        <p:txBody>
          <a:bodyPr wrap="none" lIns="72202" tIns="36101" rIns="72202" bIns="36101">
            <a:spAutoFit/>
          </a:bodyPr>
          <a:lstStyle/>
          <a:p>
            <a:pPr algn="r" defTabSz="786293">
              <a:buClrTx/>
              <a:defRPr/>
            </a:pPr>
            <a:r>
              <a:rPr lang="en-US" altLang="ko-KR" sz="3600" b="1" kern="1200" spc="-26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Ⅰ</a:t>
            </a:r>
            <a:endParaRPr lang="en-US" sz="3600" b="1" kern="1200" spc="-26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7BD86BB7-114F-11B4-F2EA-F5979EA604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11052" y="1820462"/>
            <a:ext cx="109945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120128" indent="-120128" defTabSz="722134" fontAlgn="ctr" latinLnBrk="1">
              <a:spcBef>
                <a:spcPct val="0"/>
              </a:spcBef>
              <a:spcAft>
                <a:spcPct val="0"/>
              </a:spcAft>
              <a:buClr>
                <a:srgbClr val="FFD200"/>
              </a:buClr>
              <a:buSzPct val="75000"/>
              <a:defRPr/>
            </a:pPr>
            <a:r>
              <a:rPr kumimoji="1" lang="ko-KR" altLang="en-US" sz="1600" b="1" kern="1200" spc="-26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제안사 개요</a:t>
            </a: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22070CDB-5910-6C0E-EFBB-B8F463B4DF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11054" y="3913416"/>
            <a:ext cx="136719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120128" indent="-120128" defTabSz="722134" fontAlgn="ctr" latinLnBrk="1">
              <a:spcBef>
                <a:spcPct val="0"/>
              </a:spcBef>
              <a:spcAft>
                <a:spcPct val="0"/>
              </a:spcAft>
              <a:buClr>
                <a:srgbClr val="FFD200"/>
              </a:buClr>
              <a:buSzPct val="75000"/>
              <a:defRPr/>
            </a:pPr>
            <a:r>
              <a:rPr kumimoji="1" lang="ko-KR" altLang="en-US" sz="1600" b="1" kern="1200" spc="-26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전략 및 방법론</a:t>
            </a:r>
          </a:p>
        </p:txBody>
      </p:sp>
      <p:cxnSp>
        <p:nvCxnSpPr>
          <p:cNvPr id="28" name="Straight Connector 133">
            <a:extLst>
              <a:ext uri="{FF2B5EF4-FFF2-40B4-BE49-F238E27FC236}">
                <a16:creationId xmlns:a16="http://schemas.microsoft.com/office/drawing/2014/main" id="{D534459D-8137-636F-DE0B-05C75E03C285}"/>
              </a:ext>
            </a:extLst>
          </p:cNvPr>
          <p:cNvCxnSpPr>
            <a:cxnSpLocks/>
          </p:cNvCxnSpPr>
          <p:nvPr userDrawn="1"/>
        </p:nvCxnSpPr>
        <p:spPr>
          <a:xfrm>
            <a:off x="1511080" y="1704875"/>
            <a:ext cx="2746460" cy="0"/>
          </a:xfrm>
          <a:prstGeom prst="line">
            <a:avLst/>
          </a:prstGeom>
          <a:noFill/>
          <a:ln w="12700" cap="flat" cmpd="sng" algn="ctr">
            <a:solidFill>
              <a:srgbClr val="C0C0C0"/>
            </a:solidFill>
            <a:prstDash val="solid"/>
          </a:ln>
          <a:effectLst/>
        </p:spPr>
      </p:cxnSp>
      <p:cxnSp>
        <p:nvCxnSpPr>
          <p:cNvPr id="31" name="Straight Connector 134">
            <a:extLst>
              <a:ext uri="{FF2B5EF4-FFF2-40B4-BE49-F238E27FC236}">
                <a16:creationId xmlns:a16="http://schemas.microsoft.com/office/drawing/2014/main" id="{B64177F7-B629-C7CF-0E79-76378743AE1F}"/>
              </a:ext>
            </a:extLst>
          </p:cNvPr>
          <p:cNvCxnSpPr>
            <a:cxnSpLocks/>
          </p:cNvCxnSpPr>
          <p:nvPr userDrawn="1"/>
        </p:nvCxnSpPr>
        <p:spPr>
          <a:xfrm>
            <a:off x="1511080" y="3797829"/>
            <a:ext cx="2746460" cy="0"/>
          </a:xfrm>
          <a:prstGeom prst="line">
            <a:avLst/>
          </a:prstGeom>
          <a:noFill/>
          <a:ln w="12700" cap="flat" cmpd="sng" algn="ctr">
            <a:solidFill>
              <a:srgbClr val="C0C0C0"/>
            </a:solidFill>
            <a:prstDash val="solid"/>
          </a:ln>
          <a:effectLst/>
        </p:spPr>
      </p:cxnSp>
      <p:cxnSp>
        <p:nvCxnSpPr>
          <p:cNvPr id="32" name="Straight Connector 154">
            <a:extLst>
              <a:ext uri="{FF2B5EF4-FFF2-40B4-BE49-F238E27FC236}">
                <a16:creationId xmlns:a16="http://schemas.microsoft.com/office/drawing/2014/main" id="{2731DEE2-3210-29FF-EC7C-54BA399108E9}"/>
              </a:ext>
            </a:extLst>
          </p:cNvPr>
          <p:cNvCxnSpPr>
            <a:cxnSpLocks/>
          </p:cNvCxnSpPr>
          <p:nvPr userDrawn="1"/>
        </p:nvCxnSpPr>
        <p:spPr>
          <a:xfrm>
            <a:off x="1511080" y="5345570"/>
            <a:ext cx="2746460" cy="0"/>
          </a:xfrm>
          <a:prstGeom prst="line">
            <a:avLst/>
          </a:prstGeom>
          <a:noFill/>
          <a:ln w="12700" cap="flat" cmpd="sng" algn="ctr">
            <a:solidFill>
              <a:srgbClr val="C0C0C0"/>
            </a:solidFill>
            <a:prstDash val="solid"/>
          </a:ln>
          <a:effectLst/>
        </p:spPr>
      </p:cxnSp>
      <p:sp>
        <p:nvSpPr>
          <p:cNvPr id="33" name="Rectangle 5">
            <a:extLst>
              <a:ext uri="{FF2B5EF4-FFF2-40B4-BE49-F238E27FC236}">
                <a16:creationId xmlns:a16="http://schemas.microsoft.com/office/drawing/2014/main" id="{DDC14C51-EA7E-9650-72C4-EB7DBAE8AE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11079" y="5461157"/>
            <a:ext cx="89152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120128" indent="-120128" defTabSz="722134" fontAlgn="ctr" latinLnBrk="1">
              <a:spcBef>
                <a:spcPct val="0"/>
              </a:spcBef>
              <a:spcAft>
                <a:spcPct val="0"/>
              </a:spcAft>
              <a:buClr>
                <a:srgbClr val="FFD200"/>
              </a:buClr>
              <a:buSzPct val="75000"/>
              <a:defRPr/>
            </a:pPr>
            <a:r>
              <a:rPr kumimoji="1" lang="ko-KR" altLang="en-US" sz="1600" b="1" kern="1200" spc="-26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제안 내용</a:t>
            </a: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06B0531D-EFD7-03BA-98A2-8633EE55FB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57040" y="1820462"/>
            <a:ext cx="1307383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120128" indent="-120128" defTabSz="722134" fontAlgn="ctr" latinLnBrk="1">
              <a:spcBef>
                <a:spcPct val="0"/>
              </a:spcBef>
              <a:spcAft>
                <a:spcPct val="0"/>
              </a:spcAft>
              <a:buClr>
                <a:srgbClr val="FFD200"/>
              </a:buClr>
              <a:buSzPct val="75000"/>
              <a:defRPr/>
            </a:pPr>
            <a:r>
              <a:rPr kumimoji="1" lang="ko-KR" altLang="en-US" sz="1600" b="1" kern="1200" spc="-26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프로젝트 관리</a:t>
            </a:r>
          </a:p>
        </p:txBody>
      </p:sp>
      <p:cxnSp>
        <p:nvCxnSpPr>
          <p:cNvPr id="36" name="Straight Connector 168">
            <a:extLst>
              <a:ext uri="{FF2B5EF4-FFF2-40B4-BE49-F238E27FC236}">
                <a16:creationId xmlns:a16="http://schemas.microsoft.com/office/drawing/2014/main" id="{172F1F9E-F4BD-0C4D-5BAC-E88A1FE38962}"/>
              </a:ext>
            </a:extLst>
          </p:cNvPr>
          <p:cNvCxnSpPr>
            <a:cxnSpLocks/>
          </p:cNvCxnSpPr>
          <p:nvPr userDrawn="1"/>
        </p:nvCxnSpPr>
        <p:spPr>
          <a:xfrm>
            <a:off x="5723322" y="1704875"/>
            <a:ext cx="2746460" cy="0"/>
          </a:xfrm>
          <a:prstGeom prst="line">
            <a:avLst/>
          </a:prstGeom>
          <a:noFill/>
          <a:ln w="12700" cap="flat" cmpd="sng" algn="ctr">
            <a:solidFill>
              <a:srgbClr val="C0C0C0"/>
            </a:solidFill>
            <a:prstDash val="solid"/>
          </a:ln>
          <a:effectLst/>
        </p:spPr>
      </p:cxnSp>
      <p:sp>
        <p:nvSpPr>
          <p:cNvPr id="37" name="Rectangle 5">
            <a:extLst>
              <a:ext uri="{FF2B5EF4-FFF2-40B4-BE49-F238E27FC236}">
                <a16:creationId xmlns:a16="http://schemas.microsoft.com/office/drawing/2014/main" id="{E040FD50-86B2-B228-E260-7FDD6158BB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57039" y="3913583"/>
            <a:ext cx="1307383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120128" indent="-120128" defTabSz="722134" fontAlgn="ctr" latinLnBrk="1">
              <a:spcBef>
                <a:spcPct val="0"/>
              </a:spcBef>
              <a:spcAft>
                <a:spcPct val="0"/>
              </a:spcAft>
              <a:buClr>
                <a:srgbClr val="FFD200"/>
              </a:buClr>
              <a:buSzPct val="75000"/>
              <a:defRPr/>
            </a:pPr>
            <a:r>
              <a:rPr kumimoji="1" lang="ko-KR" altLang="en-US" sz="1600" b="1" kern="1200" spc="-26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프로젝트 지원</a:t>
            </a:r>
          </a:p>
        </p:txBody>
      </p:sp>
      <p:cxnSp>
        <p:nvCxnSpPr>
          <p:cNvPr id="39" name="Straight Connector 173">
            <a:extLst>
              <a:ext uri="{FF2B5EF4-FFF2-40B4-BE49-F238E27FC236}">
                <a16:creationId xmlns:a16="http://schemas.microsoft.com/office/drawing/2014/main" id="{269F7B82-1909-B6ED-4EC3-8AAD517B40FC}"/>
              </a:ext>
            </a:extLst>
          </p:cNvPr>
          <p:cNvCxnSpPr>
            <a:cxnSpLocks/>
          </p:cNvCxnSpPr>
          <p:nvPr userDrawn="1"/>
        </p:nvCxnSpPr>
        <p:spPr>
          <a:xfrm>
            <a:off x="5723322" y="3797996"/>
            <a:ext cx="2746460" cy="0"/>
          </a:xfrm>
          <a:prstGeom prst="line">
            <a:avLst/>
          </a:prstGeom>
          <a:noFill/>
          <a:ln w="12700" cap="flat" cmpd="sng" algn="ctr">
            <a:solidFill>
              <a:srgbClr val="C0C0C0"/>
            </a:solidFill>
            <a:prstDash val="solid"/>
          </a:ln>
          <a:effectLst/>
        </p:spPr>
      </p:cxnSp>
      <p:sp>
        <p:nvSpPr>
          <p:cNvPr id="41" name="Rectangle 177">
            <a:extLst>
              <a:ext uri="{FF2B5EF4-FFF2-40B4-BE49-F238E27FC236}">
                <a16:creationId xmlns:a16="http://schemas.microsoft.com/office/drawing/2014/main" id="{D61FFF40-B3DC-8D16-284E-27806AC0F4D8}"/>
              </a:ext>
            </a:extLst>
          </p:cNvPr>
          <p:cNvSpPr/>
          <p:nvPr userDrawn="1"/>
        </p:nvSpPr>
        <p:spPr>
          <a:xfrm>
            <a:off x="4875462" y="1561963"/>
            <a:ext cx="604145" cy="626905"/>
          </a:xfrm>
          <a:prstGeom prst="rect">
            <a:avLst/>
          </a:prstGeom>
        </p:spPr>
        <p:txBody>
          <a:bodyPr wrap="none" lIns="72202" tIns="36101" rIns="72202" bIns="36101">
            <a:spAutoFit/>
          </a:bodyPr>
          <a:lstStyle/>
          <a:p>
            <a:pPr defTabSz="786293">
              <a:buClrTx/>
              <a:defRPr/>
            </a:pPr>
            <a:r>
              <a:rPr lang="en-US" altLang="ko-KR" sz="3600" b="1" kern="1200" spc="-26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endParaRPr lang="en-US" sz="3600" b="1" kern="1200" spc="-26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Rectangle 180">
            <a:extLst>
              <a:ext uri="{FF2B5EF4-FFF2-40B4-BE49-F238E27FC236}">
                <a16:creationId xmlns:a16="http://schemas.microsoft.com/office/drawing/2014/main" id="{9DE4BB0B-AE8E-1582-C365-BA2C77D87646}"/>
              </a:ext>
            </a:extLst>
          </p:cNvPr>
          <p:cNvSpPr/>
          <p:nvPr userDrawn="1"/>
        </p:nvSpPr>
        <p:spPr>
          <a:xfrm>
            <a:off x="826425" y="3638782"/>
            <a:ext cx="604145" cy="626905"/>
          </a:xfrm>
          <a:prstGeom prst="rect">
            <a:avLst/>
          </a:prstGeom>
        </p:spPr>
        <p:txBody>
          <a:bodyPr wrap="none" lIns="72202" tIns="36101" rIns="72202" bIns="36101">
            <a:spAutoFit/>
          </a:bodyPr>
          <a:lstStyle/>
          <a:p>
            <a:pPr algn="r" defTabSz="786293">
              <a:buClrTx/>
              <a:defRPr/>
            </a:pPr>
            <a:r>
              <a:rPr lang="en-US" altLang="ko-KR" sz="3600" b="1" kern="1200" spc="-26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</a:p>
        </p:txBody>
      </p:sp>
      <p:sp>
        <p:nvSpPr>
          <p:cNvPr id="43" name="Rectangle 181">
            <a:extLst>
              <a:ext uri="{FF2B5EF4-FFF2-40B4-BE49-F238E27FC236}">
                <a16:creationId xmlns:a16="http://schemas.microsoft.com/office/drawing/2014/main" id="{AC6118CD-412E-38C1-C4B4-F420769F1624}"/>
              </a:ext>
            </a:extLst>
          </p:cNvPr>
          <p:cNvSpPr/>
          <p:nvPr userDrawn="1"/>
        </p:nvSpPr>
        <p:spPr>
          <a:xfrm>
            <a:off x="825415" y="5178956"/>
            <a:ext cx="604145" cy="626905"/>
          </a:xfrm>
          <a:prstGeom prst="rect">
            <a:avLst/>
          </a:prstGeom>
        </p:spPr>
        <p:txBody>
          <a:bodyPr wrap="none" lIns="72202" tIns="36101" rIns="72202" bIns="36101">
            <a:spAutoFit/>
          </a:bodyPr>
          <a:lstStyle/>
          <a:p>
            <a:pPr algn="r" defTabSz="786293">
              <a:buClrTx/>
              <a:defRPr/>
            </a:pPr>
            <a:r>
              <a:rPr lang="en-US" altLang="ko-KR" sz="3600" b="1" kern="1200" spc="-26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endParaRPr lang="en-US" sz="3600" b="1" kern="1200" spc="-26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Rectangle 184">
            <a:extLst>
              <a:ext uri="{FF2B5EF4-FFF2-40B4-BE49-F238E27FC236}">
                <a16:creationId xmlns:a16="http://schemas.microsoft.com/office/drawing/2014/main" id="{A5F0BE8D-3882-3332-C0DF-E3FF3AF0551D}"/>
              </a:ext>
            </a:extLst>
          </p:cNvPr>
          <p:cNvSpPr/>
          <p:nvPr userDrawn="1"/>
        </p:nvSpPr>
        <p:spPr>
          <a:xfrm>
            <a:off x="4875462" y="3662333"/>
            <a:ext cx="604145" cy="626905"/>
          </a:xfrm>
          <a:prstGeom prst="rect">
            <a:avLst/>
          </a:prstGeom>
        </p:spPr>
        <p:txBody>
          <a:bodyPr wrap="none" lIns="72202" tIns="36101" rIns="72202" bIns="36101">
            <a:spAutoFit/>
          </a:bodyPr>
          <a:lstStyle/>
          <a:p>
            <a:pPr defTabSz="786293">
              <a:buClrTx/>
              <a:defRPr/>
            </a:pPr>
            <a:r>
              <a:rPr lang="en-US" altLang="ko-KR" sz="3600" b="1" kern="1200" spc="-26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Ⅴ</a:t>
            </a:r>
            <a:endParaRPr lang="en-US" sz="3600" b="1" kern="1200" spc="-26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6787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userDrawn="1">
  <p:cSld name="2_Title and Subtitle">
    <p:bg>
      <p:bgPr>
        <a:solidFill>
          <a:schemeClr val="tx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DB3AFC51-6F7B-46AB-B51C-49BA0C7CB629}"/>
              </a:ext>
            </a:extLst>
          </p:cNvPr>
          <p:cNvGrpSpPr/>
          <p:nvPr userDrawn="1"/>
        </p:nvGrpSpPr>
        <p:grpSpPr>
          <a:xfrm>
            <a:off x="0" y="0"/>
            <a:ext cx="9907200" cy="6858000"/>
            <a:chOff x="0" y="0"/>
            <a:chExt cx="9907200" cy="6858000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FDD0F34-198A-1A8B-5CB1-17815C77E0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rcRect r="18069"/>
            <a:stretch/>
          </p:blipFill>
          <p:spPr>
            <a:xfrm>
              <a:off x="0" y="0"/>
              <a:ext cx="9906000" cy="6857998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402EA4E-13DA-148F-B5CC-F213B7EB5095}"/>
                </a:ext>
              </a:extLst>
            </p:cNvPr>
            <p:cNvSpPr/>
            <p:nvPr userDrawn="1"/>
          </p:nvSpPr>
          <p:spPr>
            <a:xfrm>
              <a:off x="0" y="0"/>
              <a:ext cx="9907200" cy="6858000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Footnotes">
            <a:extLst>
              <a:ext uri="{FF2B5EF4-FFF2-40B4-BE49-F238E27FC236}">
                <a16:creationId xmlns:a16="http://schemas.microsoft.com/office/drawing/2014/main" id="{B838EAE9-AD56-644A-AF54-3B9C86CE4B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76247" y="6355077"/>
            <a:ext cx="5943600" cy="27432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609"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0" indent="0">
              <a:spcAft>
                <a:spcPts val="0"/>
              </a:spcAft>
              <a:buFontTx/>
              <a:buNone/>
              <a:defRPr sz="609"/>
            </a:lvl2pPr>
            <a:lvl3pPr marL="0" indent="0">
              <a:spcAft>
                <a:spcPts val="0"/>
              </a:spcAft>
              <a:buFontTx/>
              <a:buNone/>
              <a:defRPr sz="609"/>
            </a:lvl3pPr>
            <a:lvl4pPr marL="0" indent="0">
              <a:spcAft>
                <a:spcPts val="0"/>
              </a:spcAft>
              <a:buFontTx/>
              <a:buNone/>
              <a:defRPr sz="609"/>
            </a:lvl4pPr>
            <a:lvl5pPr marL="0" indent="0">
              <a:spcAft>
                <a:spcPts val="0"/>
              </a:spcAft>
              <a:buFontTx/>
              <a:buNone/>
              <a:defRPr sz="609"/>
            </a:lvl5pPr>
            <a:lvl6pPr marL="0" indent="0">
              <a:spcAft>
                <a:spcPts val="0"/>
              </a:spcAft>
              <a:buFontTx/>
              <a:buNone/>
              <a:defRPr sz="609"/>
            </a:lvl6pPr>
            <a:lvl7pPr marL="0" indent="0">
              <a:spcAft>
                <a:spcPts val="0"/>
              </a:spcAft>
              <a:buFontTx/>
              <a:buNone/>
              <a:defRPr sz="609"/>
            </a:lvl7pPr>
            <a:lvl8pPr marL="0" indent="0">
              <a:spcAft>
                <a:spcPts val="0"/>
              </a:spcAft>
              <a:buFontTx/>
              <a:buNone/>
              <a:defRPr sz="609"/>
            </a:lvl8pPr>
            <a:lvl9pPr marL="0" indent="0">
              <a:spcAft>
                <a:spcPts val="0"/>
              </a:spcAft>
              <a:buFontTx/>
              <a:buNone/>
              <a:defRPr sz="609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79C5B85-78D8-5C97-B5D7-BB78C5AA06D7}"/>
              </a:ext>
            </a:extLst>
          </p:cNvPr>
          <p:cNvGrpSpPr/>
          <p:nvPr userDrawn="1"/>
        </p:nvGrpSpPr>
        <p:grpSpPr>
          <a:xfrm>
            <a:off x="-625914" y="1838960"/>
            <a:ext cx="560908" cy="1314654"/>
            <a:chOff x="-820515" y="2837390"/>
            <a:chExt cx="570535" cy="108458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439250E-11BD-C5E4-5029-798C440BB44B}"/>
                </a:ext>
              </a:extLst>
            </p:cNvPr>
            <p:cNvGrpSpPr/>
            <p:nvPr/>
          </p:nvGrpSpPr>
          <p:grpSpPr>
            <a:xfrm>
              <a:off x="-820515" y="2837390"/>
              <a:ext cx="272514" cy="1084584"/>
              <a:chOff x="-872769" y="2837390"/>
              <a:chExt cx="272514" cy="1084584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C7952CB-D1BB-77EC-EC53-258B15752C29}"/>
                  </a:ext>
                </a:extLst>
              </p:cNvPr>
              <p:cNvSpPr/>
              <p:nvPr/>
            </p:nvSpPr>
            <p:spPr bwMode="auto">
              <a:xfrm>
                <a:off x="-872769" y="2837390"/>
                <a:ext cx="272514" cy="271146"/>
              </a:xfrm>
              <a:prstGeom prst="rect">
                <a:avLst/>
              </a:prstGeom>
              <a:solidFill>
                <a:srgbClr val="A32020"/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BA686A24-BB91-C6AC-9417-E0A166DD0927}"/>
                  </a:ext>
                </a:extLst>
              </p:cNvPr>
              <p:cNvSpPr/>
              <p:nvPr/>
            </p:nvSpPr>
            <p:spPr bwMode="auto">
              <a:xfrm>
                <a:off x="-872769" y="3108536"/>
                <a:ext cx="272514" cy="271146"/>
              </a:xfrm>
              <a:prstGeom prst="rect">
                <a:avLst/>
              </a:prstGeom>
              <a:solidFill>
                <a:srgbClr val="BB2740"/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671C343-6692-9601-D933-5EE48DA0737E}"/>
                  </a:ext>
                </a:extLst>
              </p:cNvPr>
              <p:cNvSpPr/>
              <p:nvPr/>
            </p:nvSpPr>
            <p:spPr bwMode="auto">
              <a:xfrm>
                <a:off x="-872769" y="3379682"/>
                <a:ext cx="272514" cy="271146"/>
              </a:xfrm>
              <a:prstGeom prst="rect">
                <a:avLst/>
              </a:prstGeom>
              <a:solidFill>
                <a:srgbClr val="DB536A"/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FF6DF857-2341-CF9F-7264-F3ECF9C3DE94}"/>
                  </a:ext>
                </a:extLst>
              </p:cNvPr>
              <p:cNvSpPr/>
              <p:nvPr/>
            </p:nvSpPr>
            <p:spPr bwMode="auto">
              <a:xfrm>
                <a:off x="-872769" y="3650828"/>
                <a:ext cx="272514" cy="271146"/>
              </a:xfrm>
              <a:prstGeom prst="rect">
                <a:avLst/>
              </a:prstGeom>
              <a:solidFill>
                <a:srgbClr val="F8DDE1"/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860CCA93-6FD5-9714-7B7B-747612FB9DA0}"/>
                </a:ext>
              </a:extLst>
            </p:cNvPr>
            <p:cNvGrpSpPr/>
            <p:nvPr/>
          </p:nvGrpSpPr>
          <p:grpSpPr>
            <a:xfrm>
              <a:off x="-522494" y="2837390"/>
              <a:ext cx="272514" cy="1084584"/>
              <a:chOff x="-522494" y="2839543"/>
              <a:chExt cx="272514" cy="1084584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745AA8CD-F05C-5070-F506-26445D1B13F8}"/>
                  </a:ext>
                </a:extLst>
              </p:cNvPr>
              <p:cNvSpPr/>
              <p:nvPr/>
            </p:nvSpPr>
            <p:spPr bwMode="auto">
              <a:xfrm>
                <a:off x="-522494" y="2839543"/>
                <a:ext cx="272514" cy="27114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8474B0A7-51F1-A995-03A6-DF5447B9549B}"/>
                  </a:ext>
                </a:extLst>
              </p:cNvPr>
              <p:cNvSpPr/>
              <p:nvPr/>
            </p:nvSpPr>
            <p:spPr bwMode="auto">
              <a:xfrm>
                <a:off x="-522494" y="3110689"/>
                <a:ext cx="272514" cy="271146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32BFECAB-612E-6342-8700-7EEAA8398AAB}"/>
                  </a:ext>
                </a:extLst>
              </p:cNvPr>
              <p:cNvSpPr/>
              <p:nvPr/>
            </p:nvSpPr>
            <p:spPr bwMode="auto">
              <a:xfrm>
                <a:off x="-522494" y="3381835"/>
                <a:ext cx="272514" cy="27114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83798589-C1AE-74A1-D07D-FB11E1022FEA}"/>
                  </a:ext>
                </a:extLst>
              </p:cNvPr>
              <p:cNvSpPr/>
              <p:nvPr/>
            </p:nvSpPr>
            <p:spPr bwMode="auto">
              <a:xfrm>
                <a:off x="-522494" y="3652981"/>
                <a:ext cx="272514" cy="271146"/>
              </a:xfrm>
              <a:prstGeom prst="rect">
                <a:avLst/>
              </a:prstGeom>
              <a:solidFill>
                <a:srgbClr val="F2F2F2"/>
              </a:solidFill>
              <a:ln w="3175"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ko-KR" altLang="en-US" sz="975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pic>
        <p:nvPicPr>
          <p:cNvPr id="54" name="Google Shape;332;p1">
            <a:extLst>
              <a:ext uri="{FF2B5EF4-FFF2-40B4-BE49-F238E27FC236}">
                <a16:creationId xmlns:a16="http://schemas.microsoft.com/office/drawing/2014/main" id="{E0A24992-D056-76C3-349C-5428EE1EC5E1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12">
            <a:alphaModFix/>
          </a:blip>
          <a:srcRect l="11958" t="56299" r="30869" b="15368"/>
          <a:stretch/>
        </p:blipFill>
        <p:spPr>
          <a:xfrm>
            <a:off x="9084292" y="601985"/>
            <a:ext cx="378338" cy="154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Straight Connector 43">
            <a:extLst>
              <a:ext uri="{FF2B5EF4-FFF2-40B4-BE49-F238E27FC236}">
                <a16:creationId xmlns:a16="http://schemas.microsoft.com/office/drawing/2014/main" id="{296E9152-68F2-ABF9-A641-51DD9EA7642A}"/>
              </a:ext>
            </a:extLst>
          </p:cNvPr>
          <p:cNvCxnSpPr/>
          <p:nvPr userDrawn="1"/>
        </p:nvCxnSpPr>
        <p:spPr>
          <a:xfrm>
            <a:off x="9042704" y="596449"/>
            <a:ext cx="0" cy="169458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AAFFC1F-E5FB-4C87-2E8F-C2017FB17973}"/>
              </a:ext>
            </a:extLst>
          </p:cNvPr>
          <p:cNvSpPr txBox="1"/>
          <p:nvPr userDrawn="1"/>
        </p:nvSpPr>
        <p:spPr>
          <a:xfrm>
            <a:off x="8087967" y="577131"/>
            <a:ext cx="919638" cy="1985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ko-KR" altLang="en-US" sz="1290" b="1" kern="1200" spc="-26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삼성화재</a:t>
            </a:r>
          </a:p>
        </p:txBody>
      </p:sp>
      <p:sp>
        <p:nvSpPr>
          <p:cNvPr id="57" name="제목 1">
            <a:extLst>
              <a:ext uri="{FF2B5EF4-FFF2-40B4-BE49-F238E27FC236}">
                <a16:creationId xmlns:a16="http://schemas.microsoft.com/office/drawing/2014/main" id="{49D4BC50-978F-170A-A253-B7E89390FDEE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gray">
          <a:xfrm>
            <a:off x="819451" y="836712"/>
            <a:ext cx="2168296" cy="772587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 defTabSz="990571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2100" b="1" kern="1200" baseline="0">
                <a:solidFill>
                  <a:schemeClr val="tx1"/>
                </a:solidFill>
                <a:latin typeface="+mj-lt"/>
                <a:ea typeface="+mj-ea"/>
                <a:cs typeface="Open Sans" panose="020B0606030504020204" pitchFamily="34" charset="0"/>
              </a:defRPr>
            </a:lvl1pPr>
          </a:lstStyle>
          <a:p>
            <a:pPr marL="0" marR="0" lvl="0" indent="0" algn="l" defTabSz="990571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3200" i="0" u="none" strike="noStrike" kern="1200" cap="none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  <a:sym typeface="맑은 고딕" panose="020B0503020000020004" pitchFamily="50" charset="-127"/>
              </a:rPr>
              <a:t>Agenda </a:t>
            </a:r>
            <a:endParaRPr kumimoji="0" lang="ko-KR" altLang="en-US" sz="3200" i="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  <a:sym typeface="맑은 고딕" panose="020B0503020000020004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7EF1F0A-1942-4AAC-61C0-C4490A456E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5070475" y="1711539"/>
            <a:ext cx="3578384" cy="3470553"/>
          </a:xfrm>
          <a:prstGeom prst="rect">
            <a:avLst/>
          </a:prstGeom>
          <a:solidFill>
            <a:srgbClr val="4D6681"/>
          </a:solidFill>
          <a:ln>
            <a:noFill/>
          </a:ln>
        </p:spPr>
        <p:txBody>
          <a:bodyPr rot="0" spcFirstLastPara="0" vertOverflow="overflow" horzOverflow="overflow" vert="horz" wrap="square" lIns="252000" tIns="108000" rIns="98694" bIns="4934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ko-KR" altLang="ko-KR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제안사 </a:t>
            </a: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일반현황 및 연혁</a:t>
            </a:r>
            <a:endParaRPr lang="en-US" altLang="ko-KR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제안사 </a:t>
            </a:r>
            <a:r>
              <a:rPr lang="ko-KR" altLang="ko-KR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재무구조</a:t>
            </a:r>
            <a:endParaRPr lang="en-US" altLang="ko-KR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수행조직 및 업무분장</a:t>
            </a:r>
            <a:endParaRPr lang="en-US" altLang="ko-KR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컨설팅 서비스 영역</a:t>
            </a:r>
            <a:endParaRPr lang="en-US" altLang="ko-KR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</a:t>
            </a:r>
            <a:r>
              <a:rPr lang="en-US" altLang="ko-KR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·</a:t>
            </a: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동일 기관 수행 사례</a:t>
            </a:r>
            <a:endParaRPr lang="en-US" altLang="ko-KR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endParaRPr lang="ko-KR" altLang="en-US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F679BC7-6C6A-78E3-4BA8-63560C4FDE5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982484" y="1711539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marR="0" lvl="0" indent="-400050" algn="l" defTabSz="963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+mj-lt"/>
              <a:buAutoNum type="romanUcPeriod"/>
              <a:tabLst/>
              <a:defRPr/>
            </a:pPr>
            <a:r>
              <a:rPr kumimoji="0" lang="ko-KR" altLang="en-US" sz="1673" b="1" i="0" u="none" strike="noStrike" kern="0" cap="none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맑은 고딕" panose="020B0503020000020004" pitchFamily="50" charset="-127"/>
              </a:rPr>
              <a:t>제안사 개요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2618A26-38EA-53A9-A1CC-FD3E59480931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982484" y="2313688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marR="0" lvl="0" indent="-400050" algn="l" defTabSz="963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+mj-lt"/>
              <a:buAutoNum type="romanUcPeriod" startAt="2"/>
              <a:tabLst/>
              <a:defRPr/>
            </a:pPr>
            <a:r>
              <a:rPr kumimoji="0" lang="ko-KR" altLang="en-US" sz="1673" b="1" i="0" u="none" strike="noStrike" kern="0" cap="none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전략 및 방법론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AA506CF-C5F1-71C8-0205-50BB35C8291D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982484" y="2915837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romanUcPeriod" startAt="3"/>
            </a:pPr>
            <a:r>
              <a:rPr lang="ko-KR" altLang="en-US" sz="1673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제안</a:t>
            </a:r>
            <a:r>
              <a:rPr lang="en-US" altLang="ko-KR" sz="1673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 </a:t>
            </a:r>
            <a:r>
              <a:rPr lang="ko-KR" altLang="en-US" sz="1673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내용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D8183AA-2250-C3B4-ACA9-FFABF239737C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982484" y="3517986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romanUcPeriod" startAt="4"/>
            </a:pPr>
            <a:r>
              <a:rPr lang="ko-KR" altLang="en-US" sz="1673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프로젝트 관리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6DC9A5E-ECE7-29D6-2F42-6E3C27F4D1F3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982484" y="4120135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romanUcPeriod" startAt="5"/>
            </a:pPr>
            <a:r>
              <a:rPr lang="ko-KR" altLang="en-US" sz="1673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프로젝트 지원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0C7FDAB-4918-477F-6684-FD97829F05CB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982484" y="4722284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romanUcPeriod" startAt="6"/>
            </a:pPr>
            <a:r>
              <a:rPr lang="ko-KR" altLang="en-US" sz="1673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기타 사항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CE9130F-B0ED-3CC2-05B4-87146A4A68AB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982484" y="5324432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63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73" b="1" i="0" u="none" strike="noStrike" kern="0" cap="none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Appendix. </a:t>
            </a:r>
            <a:r>
              <a:rPr kumimoji="0" lang="ko-KR" altLang="en-US" sz="1673" b="1" i="0" u="none" strike="noStrike" kern="0" cap="none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투입인력 이력사항</a:t>
            </a:r>
          </a:p>
        </p:txBody>
      </p:sp>
    </p:spTree>
    <p:extLst>
      <p:ext uri="{BB962C8B-B14F-4D97-AF65-F5344CB8AC3E}">
        <p14:creationId xmlns:p14="http://schemas.microsoft.com/office/powerpoint/2010/main" val="2523136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Content">
  <p:cSld name="Title and Full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>
            <a:spLocks noGrp="1"/>
          </p:cNvSpPr>
          <p:nvPr>
            <p:ph type="body" idx="1" hasCustomPrompt="1"/>
          </p:nvPr>
        </p:nvSpPr>
        <p:spPr>
          <a:xfrm>
            <a:off x="447577" y="933369"/>
            <a:ext cx="9010848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Georgia"/>
              <a:buNone/>
              <a:defRPr sz="1400" b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Georgia"/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marL="1828800" lvl="3" indent="-342900" algn="l">
              <a:lnSpc>
                <a:spcPct val="12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2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488"/>
              </a:spcBef>
              <a:spcAft>
                <a:spcPts val="488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ko-KR" altLang="en-US" err="1"/>
              <a:t>맑은고딕</a:t>
            </a:r>
            <a:r>
              <a:rPr lang="en-US" altLang="ko-KR"/>
              <a:t>, 14PT</a:t>
            </a:r>
            <a:endParaRPr/>
          </a:p>
        </p:txBody>
      </p:sp>
      <p:sp>
        <p:nvSpPr>
          <p:cNvPr id="31" name="Google Shape;31;p43"/>
          <p:cNvSpPr txBox="1">
            <a:spLocks noGrp="1"/>
          </p:cNvSpPr>
          <p:nvPr>
            <p:ph type="title" hasCustomPrompt="1"/>
          </p:nvPr>
        </p:nvSpPr>
        <p:spPr>
          <a:xfrm>
            <a:off x="447577" y="491074"/>
            <a:ext cx="90108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2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 err="1"/>
              <a:t>맑은고딕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BOLD, 22PT</a:t>
            </a:r>
            <a:endParaRPr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6C81774-45E8-9426-8364-9A9012E2ECEE}"/>
              </a:ext>
            </a:extLst>
          </p:cNvPr>
          <p:cNvGrpSpPr/>
          <p:nvPr userDrawn="1"/>
        </p:nvGrpSpPr>
        <p:grpSpPr>
          <a:xfrm>
            <a:off x="10127926" y="485266"/>
            <a:ext cx="1796744" cy="1986305"/>
            <a:chOff x="10135877" y="1892647"/>
            <a:chExt cx="1796744" cy="198630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367E838A-0717-E61A-3C7C-AE93250CE193}"/>
                </a:ext>
              </a:extLst>
            </p:cNvPr>
            <p:cNvSpPr/>
            <p:nvPr userDrawn="1"/>
          </p:nvSpPr>
          <p:spPr>
            <a:xfrm>
              <a:off x="11033374" y="1892647"/>
              <a:ext cx="875394" cy="4654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핵심폰트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CCEA73F-CDC6-0936-DE14-A33BDCF2F181}"/>
                </a:ext>
              </a:extLst>
            </p:cNvPr>
            <p:cNvSpPr/>
            <p:nvPr userDrawn="1"/>
          </p:nvSpPr>
          <p:spPr>
            <a:xfrm>
              <a:off x="11054567" y="2392478"/>
              <a:ext cx="875394" cy="46548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서브 </a:t>
              </a:r>
              <a:r>
                <a:rPr lang="en-US" altLang="ko-KR" sz="1100"/>
                <a:t>2</a:t>
              </a:r>
              <a:endParaRPr lang="ko-KR" altLang="en-US" sz="110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E2835CB-9B79-F754-52FE-2BBAA78CBF1A}"/>
                </a:ext>
              </a:extLst>
            </p:cNvPr>
            <p:cNvSpPr/>
            <p:nvPr userDrawn="1"/>
          </p:nvSpPr>
          <p:spPr>
            <a:xfrm>
              <a:off x="10144671" y="3413471"/>
              <a:ext cx="875394" cy="46548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그레이 </a:t>
              </a:r>
              <a:r>
                <a:rPr lang="en-US" altLang="ko-KR" sz="1100"/>
                <a:t>1</a:t>
              </a:r>
              <a:endParaRPr lang="ko-KR" altLang="en-US" sz="11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F0EAF9-9BAE-C6A4-F75A-5824F4890649}"/>
                </a:ext>
              </a:extLst>
            </p:cNvPr>
            <p:cNvSpPr/>
            <p:nvPr userDrawn="1"/>
          </p:nvSpPr>
          <p:spPr>
            <a:xfrm>
              <a:off x="11057227" y="3412373"/>
              <a:ext cx="875394" cy="46548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강조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ADF9E8E-390B-CA58-705C-BF0807E9102B}"/>
                </a:ext>
              </a:extLst>
            </p:cNvPr>
            <p:cNvSpPr/>
            <p:nvPr userDrawn="1"/>
          </p:nvSpPr>
          <p:spPr>
            <a:xfrm>
              <a:off x="10152622" y="2893910"/>
              <a:ext cx="875394" cy="4654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배경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B2CA84E-E49F-E31D-BB3D-EEBABE4F94FD}"/>
                </a:ext>
              </a:extLst>
            </p:cNvPr>
            <p:cNvSpPr/>
            <p:nvPr userDrawn="1"/>
          </p:nvSpPr>
          <p:spPr>
            <a:xfrm>
              <a:off x="11049276" y="2892812"/>
              <a:ext cx="875394" cy="46548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배경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260C5E0-60A7-A0C3-F11C-E52402D326AD}"/>
                </a:ext>
              </a:extLst>
            </p:cNvPr>
            <p:cNvSpPr/>
            <p:nvPr userDrawn="1"/>
          </p:nvSpPr>
          <p:spPr>
            <a:xfrm>
              <a:off x="10135877" y="1892647"/>
              <a:ext cx="875394" cy="46548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메인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82F38A7-635A-DFEF-01C3-FA5C9232C219}"/>
                </a:ext>
              </a:extLst>
            </p:cNvPr>
            <p:cNvSpPr/>
            <p:nvPr userDrawn="1"/>
          </p:nvSpPr>
          <p:spPr>
            <a:xfrm>
              <a:off x="10147368" y="2389877"/>
              <a:ext cx="875394" cy="46548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/>
                <a:t>서브 </a:t>
              </a:r>
              <a:r>
                <a:rPr lang="en-US" altLang="ko-KR" sz="1100"/>
                <a:t>1</a:t>
              </a:r>
              <a:endParaRPr lang="ko-KR" altLang="en-US" sz="110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EB78D81-6534-15BB-8A11-3383A8965E22}"/>
              </a:ext>
            </a:extLst>
          </p:cNvPr>
          <p:cNvSpPr txBox="1"/>
          <p:nvPr userDrawn="1"/>
        </p:nvSpPr>
        <p:spPr>
          <a:xfrm>
            <a:off x="10048163" y="64860"/>
            <a:ext cx="1828800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삼성화재 </a:t>
            </a:r>
            <a:r>
              <a:rPr lang="en-US" alt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 Color </a:t>
            </a:r>
            <a:endParaRPr lang="ko-KR" alt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;p39">
            <a:extLst>
              <a:ext uri="{FF2B5EF4-FFF2-40B4-BE49-F238E27FC236}">
                <a16:creationId xmlns:a16="http://schemas.microsoft.com/office/drawing/2014/main" id="{30425A91-D124-2096-5036-8369AD4C7391}"/>
              </a:ext>
            </a:extLst>
          </p:cNvPr>
          <p:cNvSpPr txBox="1">
            <a:spLocks noGrp="1"/>
          </p:cNvSpPr>
          <p:nvPr userDrawn="1">
            <p:ph type="sldNum" idx="12"/>
          </p:nvPr>
        </p:nvSpPr>
        <p:spPr>
          <a:xfrm>
            <a:off x="3558473" y="6471840"/>
            <a:ext cx="280928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A5F561-DA13-6D16-97E9-FACF78C5DC3B}"/>
              </a:ext>
            </a:extLst>
          </p:cNvPr>
          <p:cNvSpPr/>
          <p:nvPr userDrawn="1"/>
        </p:nvSpPr>
        <p:spPr>
          <a:xfrm>
            <a:off x="0" y="0"/>
            <a:ext cx="6526484" cy="109422"/>
          </a:xfrm>
          <a:prstGeom prst="rect">
            <a:avLst/>
          </a:prstGeom>
          <a:solidFill>
            <a:srgbClr val="0027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한쪽 모서리 10">
            <a:extLst>
              <a:ext uri="{FF2B5EF4-FFF2-40B4-BE49-F238E27FC236}">
                <a16:creationId xmlns:a16="http://schemas.microsoft.com/office/drawing/2014/main" id="{7BFDBA7E-D4B5-387C-A2C2-7CD4DA48D12A}"/>
              </a:ext>
            </a:extLst>
          </p:cNvPr>
          <p:cNvSpPr/>
          <p:nvPr userDrawn="1"/>
        </p:nvSpPr>
        <p:spPr>
          <a:xfrm rot="10800000">
            <a:off x="6513539" y="-387"/>
            <a:ext cx="3392459" cy="454358"/>
          </a:xfrm>
          <a:prstGeom prst="round1Rect">
            <a:avLst>
              <a:gd name="adj" fmla="val 50000"/>
            </a:avLst>
          </a:prstGeom>
          <a:solidFill>
            <a:srgbClr val="0027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907B944-8C38-1FCB-2499-1C1A249C5C2E}"/>
              </a:ext>
            </a:extLst>
          </p:cNvPr>
          <p:cNvSpPr/>
          <p:nvPr userDrawn="1"/>
        </p:nvSpPr>
        <p:spPr>
          <a:xfrm>
            <a:off x="0" y="6750032"/>
            <a:ext cx="9936000" cy="109422"/>
          </a:xfrm>
          <a:prstGeom prst="rect">
            <a:avLst/>
          </a:prstGeom>
          <a:solidFill>
            <a:srgbClr val="0027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905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All Grey" userDrawn="1">
  <p:cSld name="Title Slide All Gre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31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2_Title and Sub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notes">
            <a:extLst>
              <a:ext uri="{FF2B5EF4-FFF2-40B4-BE49-F238E27FC236}">
                <a16:creationId xmlns:a16="http://schemas.microsoft.com/office/drawing/2014/main" id="{B838EAE9-AD56-644A-AF54-3B9C86CE4B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76247" y="6355077"/>
            <a:ext cx="5943600" cy="27432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609"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FontTx/>
              <a:buNone/>
              <a:defRPr sz="609"/>
            </a:lvl2pPr>
            <a:lvl3pPr marL="0" indent="0">
              <a:spcAft>
                <a:spcPts val="0"/>
              </a:spcAft>
              <a:buFontTx/>
              <a:buNone/>
              <a:defRPr sz="609"/>
            </a:lvl3pPr>
            <a:lvl4pPr marL="0" indent="0">
              <a:spcAft>
                <a:spcPts val="0"/>
              </a:spcAft>
              <a:buFontTx/>
              <a:buNone/>
              <a:defRPr sz="609"/>
            </a:lvl4pPr>
            <a:lvl5pPr marL="0" indent="0">
              <a:spcAft>
                <a:spcPts val="0"/>
              </a:spcAft>
              <a:buFontTx/>
              <a:buNone/>
              <a:defRPr sz="609"/>
            </a:lvl5pPr>
            <a:lvl6pPr marL="0" indent="0">
              <a:spcAft>
                <a:spcPts val="0"/>
              </a:spcAft>
              <a:buFontTx/>
              <a:buNone/>
              <a:defRPr sz="609"/>
            </a:lvl6pPr>
            <a:lvl7pPr marL="0" indent="0">
              <a:spcAft>
                <a:spcPts val="0"/>
              </a:spcAft>
              <a:buFontTx/>
              <a:buNone/>
              <a:defRPr sz="609"/>
            </a:lvl7pPr>
            <a:lvl8pPr marL="0" indent="0">
              <a:spcAft>
                <a:spcPts val="0"/>
              </a:spcAft>
              <a:buFontTx/>
              <a:buNone/>
              <a:defRPr sz="609"/>
            </a:lvl8pPr>
            <a:lvl9pPr marL="0" indent="0">
              <a:spcAft>
                <a:spcPts val="0"/>
              </a:spcAft>
              <a:buFontTx/>
              <a:buNone/>
              <a:defRPr sz="609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A237D5-BD7E-FAE6-CC21-F5FAA0721A12}"/>
              </a:ext>
            </a:extLst>
          </p:cNvPr>
          <p:cNvSpPr/>
          <p:nvPr userDrawn="1"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rgbClr val="004E9E"/>
          </a:solidFill>
          <a:ln w="19050">
            <a:noFill/>
          </a:ln>
          <a:effectLst/>
        </p:spPr>
        <p:txBody>
          <a:bodyPr vert="horz" wrap="square" lIns="0" tIns="0" rIns="0" bIns="0" rtlCol="0" anchor="ctr">
            <a:noAutofit/>
          </a:bodyPr>
          <a:lstStyle/>
          <a:p>
            <a:pPr defTabSz="786293">
              <a:buClrTx/>
              <a:defRPr/>
            </a:pPr>
            <a:endParaRPr lang="ko-KR" altLang="en-US" sz="1032" kern="1200" spc="-26">
              <a:ln>
                <a:solidFill>
                  <a:srgbClr val="000000">
                    <a:alpha val="0"/>
                  </a:srgbClr>
                </a:solidFill>
              </a:ln>
              <a:latin typeface="나눔고딕" pitchFamily="2" charset="-127"/>
              <a:ea typeface="나눔고딕" pitchFamily="2" charset="-127"/>
              <a:cs typeface="Arial" panose="020B06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72D01968-7A58-799A-A19F-F6874570D428}"/>
              </a:ext>
            </a:extLst>
          </p:cNvPr>
          <p:cNvSpPr/>
          <p:nvPr userDrawn="1"/>
        </p:nvSpPr>
        <p:spPr>
          <a:xfrm flipH="1">
            <a:off x="-1" y="1"/>
            <a:ext cx="9906001" cy="6857999"/>
          </a:xfrm>
          <a:prstGeom prst="rect">
            <a:avLst/>
          </a:prstGeom>
          <a:gradFill>
            <a:gsLst>
              <a:gs pos="0">
                <a:srgbClr val="000000">
                  <a:alpha val="40000"/>
                </a:srgbClr>
              </a:gs>
              <a:gs pos="95000">
                <a:srgbClr val="000000">
                  <a:alpha val="5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86293">
              <a:defRPr/>
            </a:pPr>
            <a:endParaRPr lang="en-GB" sz="1160" kern="1200" spc="-26">
              <a:solidFill>
                <a:srgbClr val="FFFFFF"/>
              </a:solidFill>
              <a:latin typeface="나눔고딕" pitchFamily="2" charset="-127"/>
              <a:ea typeface="나눔고딕" pitchFamily="2" charset="-127"/>
            </a:endParaRPr>
          </a:p>
        </p:txBody>
      </p:sp>
      <p:pic>
        <p:nvPicPr>
          <p:cNvPr id="54" name="Google Shape;332;p1">
            <a:extLst>
              <a:ext uri="{FF2B5EF4-FFF2-40B4-BE49-F238E27FC236}">
                <a16:creationId xmlns:a16="http://schemas.microsoft.com/office/drawing/2014/main" id="{E0A24992-D056-76C3-349C-5428EE1EC5E1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 l="11958" t="56299" r="30869" b="15368"/>
          <a:stretch/>
        </p:blipFill>
        <p:spPr>
          <a:xfrm>
            <a:off x="9084292" y="601985"/>
            <a:ext cx="378338" cy="154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Straight Connector 43">
            <a:extLst>
              <a:ext uri="{FF2B5EF4-FFF2-40B4-BE49-F238E27FC236}">
                <a16:creationId xmlns:a16="http://schemas.microsoft.com/office/drawing/2014/main" id="{296E9152-68F2-ABF9-A641-51DD9EA7642A}"/>
              </a:ext>
            </a:extLst>
          </p:cNvPr>
          <p:cNvCxnSpPr/>
          <p:nvPr userDrawn="1"/>
        </p:nvCxnSpPr>
        <p:spPr>
          <a:xfrm>
            <a:off x="9042704" y="596449"/>
            <a:ext cx="0" cy="169458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AAFFC1F-E5FB-4C87-2E8F-C2017FB17973}"/>
              </a:ext>
            </a:extLst>
          </p:cNvPr>
          <p:cNvSpPr txBox="1"/>
          <p:nvPr userDrawn="1"/>
        </p:nvSpPr>
        <p:spPr>
          <a:xfrm>
            <a:off x="8087967" y="577131"/>
            <a:ext cx="919638" cy="1985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ko-KR" altLang="en-US" sz="1290" b="1" kern="1200" spc="-26">
                <a:solidFill>
                  <a:schemeClr val="bg1">
                    <a:lumMod val="85000"/>
                  </a:schemeClr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삼성화재</a:t>
            </a:r>
          </a:p>
        </p:txBody>
      </p:sp>
    </p:spTree>
    <p:extLst>
      <p:ext uri="{BB962C8B-B14F-4D97-AF65-F5344CB8AC3E}">
        <p14:creationId xmlns:p14="http://schemas.microsoft.com/office/powerpoint/2010/main" val="1274007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447675" y="404814"/>
            <a:ext cx="90108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/>
              <a:t>z</a:t>
            </a:r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body" idx="1"/>
          </p:nvPr>
        </p:nvSpPr>
        <p:spPr>
          <a:xfrm>
            <a:off x="447577" y="1700215"/>
            <a:ext cx="9010848" cy="4392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8"/>
              <a:buFont typeface="Arial"/>
              <a:buNone/>
              <a:defRPr sz="1138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0862" algn="l" rtl="0">
              <a:lnSpc>
                <a:spcPct val="12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138"/>
              <a:buFont typeface="Georgia"/>
              <a:buChar char="•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0863" algn="l" rtl="0">
              <a:lnSpc>
                <a:spcPct val="12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138"/>
              <a:buFont typeface="Georgia"/>
              <a:buChar char="-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863" algn="l" rtl="0">
              <a:lnSpc>
                <a:spcPct val="12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138"/>
              <a:buFont typeface="Noto Sans Symbols"/>
              <a:buChar char="▪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0863" algn="l" rtl="0">
              <a:lnSpc>
                <a:spcPct val="12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138"/>
              <a:buFont typeface="Georgia"/>
              <a:buChar char="›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488"/>
              </a:spcBef>
              <a:spcAft>
                <a:spcPts val="488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sldNum" idx="12"/>
          </p:nvPr>
        </p:nvSpPr>
        <p:spPr>
          <a:xfrm>
            <a:off x="3558473" y="6471840"/>
            <a:ext cx="280928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pic>
        <p:nvPicPr>
          <p:cNvPr id="2" name="Google Shape;15;p40">
            <a:extLst>
              <a:ext uri="{FF2B5EF4-FFF2-40B4-BE49-F238E27FC236}">
                <a16:creationId xmlns:a16="http://schemas.microsoft.com/office/drawing/2014/main" id="{AFE74B6F-969D-5432-ED0A-44B851367774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447676" y="6321426"/>
            <a:ext cx="360226" cy="298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BDD6394-A6AD-94A7-CF2A-920B19FAF24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21263" y="6406318"/>
            <a:ext cx="1523520" cy="26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062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67" r:id="rId2"/>
    <p:sldLayoutId id="2147483656" r:id="rId3"/>
    <p:sldLayoutId id="2147483657" r:id="rId4"/>
    <p:sldLayoutId id="2147483707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120">
          <p15:clr>
            <a:srgbClr val="F26B43"/>
          </p15:clr>
        </p15:guide>
        <p15:guide id="2" pos="282">
          <p15:clr>
            <a:srgbClr val="F26B43"/>
          </p15:clr>
        </p15:guide>
        <p15:guide id="3" pos="5958">
          <p15:clr>
            <a:srgbClr val="F26B43"/>
          </p15:clr>
        </p15:guide>
        <p15:guide id="4" pos="3194">
          <p15:clr>
            <a:srgbClr val="F26B43"/>
          </p15:clr>
        </p15:guide>
        <p15:guide id="5" pos="3046">
          <p15:clr>
            <a:srgbClr val="F26B43"/>
          </p15:clr>
        </p15:guide>
        <p15:guide id="6" orient="horz" pos="3838">
          <p15:clr>
            <a:srgbClr val="F26B43"/>
          </p15:clr>
        </p15:guide>
        <p15:guide id="7" pos="2235">
          <p15:clr>
            <a:srgbClr val="F26B43"/>
          </p15:clr>
        </p15:guide>
        <p15:guide id="8" pos="2052">
          <p15:clr>
            <a:srgbClr val="F26B43"/>
          </p15:clr>
        </p15:guide>
        <p15:guide id="9" pos="4005">
          <p15:clr>
            <a:srgbClr val="F26B43"/>
          </p15:clr>
        </p15:guide>
        <p15:guide id="10" pos="4188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1071">
          <p15:clr>
            <a:srgbClr val="F26B43"/>
          </p15:clr>
        </p15:guide>
        <p15:guide id="13" orient="horz" pos="890">
          <p15:clr>
            <a:srgbClr val="F26B43"/>
          </p15:clr>
        </p15:guide>
        <p15:guide id="14" orient="horz" pos="255">
          <p15:clr>
            <a:srgbClr val="F26B43"/>
          </p15:clr>
        </p15:guide>
        <p15:guide id="15" orient="horz" pos="397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447675" y="404814"/>
            <a:ext cx="90108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body" idx="1"/>
          </p:nvPr>
        </p:nvSpPr>
        <p:spPr>
          <a:xfrm>
            <a:off x="447577" y="1700215"/>
            <a:ext cx="9010848" cy="4392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8"/>
              <a:buFont typeface="Arial"/>
              <a:buNone/>
              <a:defRPr sz="1138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0862" algn="l" rtl="0">
              <a:lnSpc>
                <a:spcPct val="12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138"/>
              <a:buFont typeface="Georgia"/>
              <a:buChar char="•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0863" algn="l" rtl="0">
              <a:lnSpc>
                <a:spcPct val="12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138"/>
              <a:buFont typeface="Georgia"/>
              <a:buChar char="-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863" algn="l" rtl="0">
              <a:lnSpc>
                <a:spcPct val="12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138"/>
              <a:buFont typeface="Noto Sans Symbols"/>
              <a:buChar char="▪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0863" algn="l" rtl="0">
              <a:lnSpc>
                <a:spcPct val="12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138"/>
              <a:buFont typeface="Georgia"/>
              <a:buChar char="›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488"/>
              </a:spcBef>
              <a:spcAft>
                <a:spcPts val="488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sldNum" idx="12"/>
          </p:nvPr>
        </p:nvSpPr>
        <p:spPr>
          <a:xfrm>
            <a:off x="3558473" y="6471840"/>
            <a:ext cx="280928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pic>
        <p:nvPicPr>
          <p:cNvPr id="2" name="Google Shape;15;p40">
            <a:extLst>
              <a:ext uri="{FF2B5EF4-FFF2-40B4-BE49-F238E27FC236}">
                <a16:creationId xmlns:a16="http://schemas.microsoft.com/office/drawing/2014/main" id="{AFE74B6F-969D-5432-ED0A-44B851367774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447676" y="6321426"/>
            <a:ext cx="360226" cy="298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BDD6394-A6AD-94A7-CF2A-920B19FAF24B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021263" y="6406318"/>
            <a:ext cx="1523520" cy="26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390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120">
          <p15:clr>
            <a:srgbClr val="F26B43"/>
          </p15:clr>
        </p15:guide>
        <p15:guide id="2" pos="282">
          <p15:clr>
            <a:srgbClr val="F26B43"/>
          </p15:clr>
        </p15:guide>
        <p15:guide id="3" pos="5958">
          <p15:clr>
            <a:srgbClr val="F26B43"/>
          </p15:clr>
        </p15:guide>
        <p15:guide id="4" pos="3194">
          <p15:clr>
            <a:srgbClr val="F26B43"/>
          </p15:clr>
        </p15:guide>
        <p15:guide id="5" pos="3046">
          <p15:clr>
            <a:srgbClr val="F26B43"/>
          </p15:clr>
        </p15:guide>
        <p15:guide id="6" orient="horz" pos="3838">
          <p15:clr>
            <a:srgbClr val="F26B43"/>
          </p15:clr>
        </p15:guide>
        <p15:guide id="7" pos="2235">
          <p15:clr>
            <a:srgbClr val="F26B43"/>
          </p15:clr>
        </p15:guide>
        <p15:guide id="8" pos="2052">
          <p15:clr>
            <a:srgbClr val="F26B43"/>
          </p15:clr>
        </p15:guide>
        <p15:guide id="9" pos="4005">
          <p15:clr>
            <a:srgbClr val="F26B43"/>
          </p15:clr>
        </p15:guide>
        <p15:guide id="10" pos="4188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1071">
          <p15:clr>
            <a:srgbClr val="F26B43"/>
          </p15:clr>
        </p15:guide>
        <p15:guide id="13" orient="horz" pos="890">
          <p15:clr>
            <a:srgbClr val="F26B43"/>
          </p15:clr>
        </p15:guide>
        <p15:guide id="14" orient="horz" pos="255">
          <p15:clr>
            <a:srgbClr val="F26B43"/>
          </p15:clr>
        </p15:guide>
        <p15:guide id="15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3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3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AFF08238-F381-830F-ABB1-43CA28EB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66BC66F-A790-DE2F-C3D3-0C64F29C1B4D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rgbClr val="004E9E"/>
          </a:solidFill>
          <a:ln w="19050">
            <a:noFill/>
          </a:ln>
          <a:effectLst/>
        </p:spPr>
        <p:txBody>
          <a:bodyPr vert="horz" wrap="square" lIns="0" tIns="0" rIns="0" bIns="0" rtlCol="0" anchor="ctr">
            <a:noAutofit/>
          </a:bodyPr>
          <a:lstStyle/>
          <a:p>
            <a:pPr defTabSz="786293">
              <a:buClrTx/>
              <a:defRPr/>
            </a:pPr>
            <a:endParaRPr lang="ko-KR" altLang="en-US" sz="1032" b="1" kern="1200" spc="-26">
              <a:ln>
                <a:solidFill>
                  <a:srgbClr val="0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0D222B7B-2791-AB2E-92DD-F527A419C432}"/>
              </a:ext>
            </a:extLst>
          </p:cNvPr>
          <p:cNvSpPr/>
          <p:nvPr/>
        </p:nvSpPr>
        <p:spPr>
          <a:xfrm flipH="1">
            <a:off x="-1" y="0"/>
            <a:ext cx="9906001" cy="6858000"/>
          </a:xfrm>
          <a:prstGeom prst="rect">
            <a:avLst/>
          </a:prstGeom>
          <a:gradFill>
            <a:gsLst>
              <a:gs pos="0">
                <a:srgbClr val="000000">
                  <a:alpha val="40000"/>
                </a:srgbClr>
              </a:gs>
              <a:gs pos="95000">
                <a:srgbClr val="000000">
                  <a:alpha val="5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86293">
              <a:defRPr/>
            </a:pPr>
            <a:endParaRPr lang="en-GB" sz="1160" b="1" kern="1200" spc="-26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Google Shape;332;p1">
            <a:extLst>
              <a:ext uri="{FF2B5EF4-FFF2-40B4-BE49-F238E27FC236}">
                <a16:creationId xmlns:a16="http://schemas.microsoft.com/office/drawing/2014/main" id="{2DFE8BE3-DCB5-5454-A7A4-5E54B036106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3">
            <a:alphaModFix/>
          </a:blip>
          <a:srcRect l="11958" t="56299" r="30869" b="15368"/>
          <a:stretch/>
        </p:blipFill>
        <p:spPr>
          <a:xfrm>
            <a:off x="9084292" y="601985"/>
            <a:ext cx="378338" cy="154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Straight Connector 43">
            <a:extLst>
              <a:ext uri="{FF2B5EF4-FFF2-40B4-BE49-F238E27FC236}">
                <a16:creationId xmlns:a16="http://schemas.microsoft.com/office/drawing/2014/main" id="{763EDA37-88BF-9F28-A6BF-7EFCDBA19D26}"/>
              </a:ext>
            </a:extLst>
          </p:cNvPr>
          <p:cNvCxnSpPr/>
          <p:nvPr/>
        </p:nvCxnSpPr>
        <p:spPr>
          <a:xfrm>
            <a:off x="9042704" y="596449"/>
            <a:ext cx="0" cy="169458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FF2804-707A-2C81-69A4-E66E9E3A8D93}"/>
              </a:ext>
            </a:extLst>
          </p:cNvPr>
          <p:cNvSpPr txBox="1"/>
          <p:nvPr/>
        </p:nvSpPr>
        <p:spPr>
          <a:xfrm>
            <a:off x="8087967" y="577131"/>
            <a:ext cx="919638" cy="1985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ko-KR" altLang="en-US" sz="1290" b="1" kern="1200" spc="-26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삼성화재</a:t>
            </a: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539DFCAC-A0ED-15E5-9D99-EF488DA13D29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gray">
          <a:xfrm>
            <a:off x="819451" y="836712"/>
            <a:ext cx="2168296" cy="772587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 defTabSz="990571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2100" b="1" kern="1200" baseline="0">
                <a:solidFill>
                  <a:schemeClr val="tx1"/>
                </a:solidFill>
                <a:latin typeface="+mj-lt"/>
                <a:ea typeface="+mj-ea"/>
                <a:cs typeface="Open Sans" panose="020B0606030504020204" pitchFamily="34" charset="0"/>
              </a:defRPr>
            </a:lvl1pPr>
          </a:lstStyle>
          <a:p>
            <a:pPr marL="0" marR="0" lvl="0" indent="0" algn="l" defTabSz="990571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3200" i="0" u="none" strike="noStrike" kern="1200" cap="none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  <a:sym typeface="맑은 고딕" panose="020B0503020000020004" pitchFamily="50" charset="-127"/>
              </a:rPr>
              <a:t>Agenda </a:t>
            </a:r>
            <a:endParaRPr kumimoji="0" lang="ko-KR" altLang="en-US" sz="3200" i="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  <a:sym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C9C7D2-B5C0-A560-7138-0F658EC6800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070475" y="1711540"/>
            <a:ext cx="3578384" cy="315256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252000" tIns="108000" rIns="98694" bIns="4934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제안범위</a:t>
            </a:r>
            <a:endParaRPr lang="en-US" altLang="ko-KR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수행방안</a:t>
            </a:r>
            <a:endParaRPr lang="en-US" altLang="ko-KR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</a:pPr>
            <a:r>
              <a:rPr lang="en-US" altLang="ko-KR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2-1. Biz</a:t>
            </a:r>
            <a:r>
              <a:rPr lang="ko-KR" altLang="en-US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영역 수행방안</a:t>
            </a:r>
            <a:endParaRPr lang="en-US" altLang="ko-KR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</a:pPr>
            <a:r>
              <a:rPr lang="en-US" altLang="ko-KR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2-2. IT </a:t>
            </a:r>
            <a:r>
              <a:rPr lang="ko-KR" altLang="en-US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 수행방안</a:t>
            </a:r>
            <a:endParaRPr lang="en-US" altLang="ko-KR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</a:pPr>
            <a:r>
              <a:rPr lang="en-US" altLang="ko-KR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2-3. AI  </a:t>
            </a:r>
            <a:r>
              <a:rPr lang="ko-KR" altLang="en-US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 수행방안</a:t>
            </a:r>
            <a:endParaRPr lang="en-US" altLang="ko-KR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  <a:buFont typeface="+mj-lt"/>
              <a:buAutoNum type="arabicPeriod" startAt="3"/>
            </a:pP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제약사항／ 요구사항</a:t>
            </a:r>
            <a:endParaRPr lang="en-US" altLang="ko-KR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7364AC-406A-2857-8524-F33F34603D1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70475" y="3698818"/>
            <a:ext cx="3578384" cy="4213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63137">
              <a:spcAft>
                <a:spcPct val="0"/>
              </a:spcAft>
              <a:buClr>
                <a:schemeClr val="accent1"/>
              </a:buClr>
            </a:pPr>
            <a:r>
              <a:rPr lang="en-US" altLang="ko-KR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  2-3. AI </a:t>
            </a:r>
            <a:r>
              <a:rPr lang="ko-KR" altLang="en-US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영역 수행방안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93C118-5ECD-6249-F326-66BCA6D5289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982484" y="1711539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marR="0" lvl="0" indent="-400050" algn="l" defTabSz="963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+mj-lt"/>
              <a:buAutoNum type="romanUcPeriod"/>
              <a:tabLst/>
              <a:defRPr/>
            </a:pPr>
            <a:r>
              <a:rPr kumimoji="0" lang="ko-KR" altLang="en-US" sz="1673" b="1" i="0" u="none" strike="noStrike" kern="0" cap="none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제안사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5F1CEB-97D0-BA26-83D5-0C268200427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982484" y="2313688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marR="0" lvl="0" indent="-400050" algn="l" defTabSz="963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+mj-lt"/>
              <a:buAutoNum type="romanUcPeriod" startAt="2"/>
              <a:tabLst/>
              <a:defRPr/>
            </a:pPr>
            <a:r>
              <a:rPr kumimoji="0" lang="ko-KR" altLang="en-US" sz="1673" b="1" i="0" u="none" strike="noStrike" kern="0" cap="none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전략 및 방법론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F4EF78-64E2-FF21-6084-1385AD2C26B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82484" y="2915837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bg1"/>
              </a:buClr>
              <a:buFont typeface="+mj-lt"/>
              <a:buAutoNum type="romanUcPeriod" startAt="3"/>
            </a:pPr>
            <a:r>
              <a:rPr lang="ko-KR" altLang="en-US" sz="1673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제안</a:t>
            </a:r>
            <a:r>
              <a:rPr lang="en-US" altLang="ko-KR" sz="1673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 </a:t>
            </a:r>
            <a:r>
              <a:rPr lang="ko-KR" altLang="en-US" sz="1673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내용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8BD7C1-DDDD-AAAF-2A1E-372AB1BF548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82484" y="3517986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romanUcPeriod" startAt="4"/>
            </a:pPr>
            <a:r>
              <a:rPr lang="ko-KR" altLang="en-US" sz="1673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프로젝트 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22BE97-B40D-93F0-405E-B05181F6D8B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82484" y="4120135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romanUcPeriod" startAt="5"/>
            </a:pPr>
            <a:r>
              <a:rPr lang="ko-KR" altLang="en-US" sz="1673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프로젝트 지원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2648E9-7318-5132-D6CC-51E6C8E4F1A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82484" y="4722284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romanUcPeriod" startAt="6"/>
            </a:pPr>
            <a:r>
              <a:rPr lang="ko-KR" altLang="en-US" sz="1673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기타 사항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2CB180-DD3A-2EFD-AB7E-87A6E2D71FDF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982484" y="5324432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63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73" b="1" i="0" u="none" strike="noStrike" kern="0" cap="none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Appendix. </a:t>
            </a:r>
            <a:r>
              <a:rPr kumimoji="0" lang="ko-KR" altLang="en-US" sz="1673" b="1" i="0" u="none" strike="noStrike" kern="0" cap="none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투입인력 이력사항</a:t>
            </a:r>
          </a:p>
        </p:txBody>
      </p:sp>
    </p:spTree>
    <p:extLst>
      <p:ext uri="{BB962C8B-B14F-4D97-AF65-F5344CB8AC3E}">
        <p14:creationId xmlns:p14="http://schemas.microsoft.com/office/powerpoint/2010/main" val="287266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4998EA25-22E9-0C66-95E2-EA7063F70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BB572EC-B4FB-3477-005C-20CAC641FAE6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rgbClr val="004E9E"/>
          </a:solidFill>
          <a:ln w="19050">
            <a:noFill/>
          </a:ln>
          <a:effectLst/>
        </p:spPr>
        <p:txBody>
          <a:bodyPr vert="horz" wrap="square" lIns="0" tIns="0" rIns="0" bIns="0" rtlCol="0" anchor="ctr">
            <a:noAutofit/>
          </a:bodyPr>
          <a:lstStyle/>
          <a:p>
            <a:pPr defTabSz="786293">
              <a:buClrTx/>
              <a:defRPr/>
            </a:pPr>
            <a:endParaRPr lang="ko-KR" altLang="en-US" sz="1032" b="1" kern="1200" spc="-26">
              <a:ln>
                <a:solidFill>
                  <a:srgbClr val="0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E5DB6D6A-60A3-62E7-7EC2-BE80F64EC427}"/>
              </a:ext>
            </a:extLst>
          </p:cNvPr>
          <p:cNvSpPr/>
          <p:nvPr/>
        </p:nvSpPr>
        <p:spPr>
          <a:xfrm flipH="1">
            <a:off x="-1" y="0"/>
            <a:ext cx="9906001" cy="6858000"/>
          </a:xfrm>
          <a:prstGeom prst="rect">
            <a:avLst/>
          </a:prstGeom>
          <a:gradFill>
            <a:gsLst>
              <a:gs pos="0">
                <a:srgbClr val="000000">
                  <a:alpha val="40000"/>
                </a:srgbClr>
              </a:gs>
              <a:gs pos="95000">
                <a:srgbClr val="000000">
                  <a:alpha val="5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86293">
              <a:defRPr/>
            </a:pPr>
            <a:endParaRPr lang="en-GB" sz="1160" b="1" kern="1200" spc="-26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Google Shape;332;p1">
            <a:extLst>
              <a:ext uri="{FF2B5EF4-FFF2-40B4-BE49-F238E27FC236}">
                <a16:creationId xmlns:a16="http://schemas.microsoft.com/office/drawing/2014/main" id="{A1078FBB-FEF0-D744-A370-CD6C10D4E23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3">
            <a:alphaModFix/>
          </a:blip>
          <a:srcRect l="11958" t="56299" r="30869" b="15368"/>
          <a:stretch/>
        </p:blipFill>
        <p:spPr>
          <a:xfrm>
            <a:off x="9084292" y="601985"/>
            <a:ext cx="378338" cy="154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Straight Connector 43">
            <a:extLst>
              <a:ext uri="{FF2B5EF4-FFF2-40B4-BE49-F238E27FC236}">
                <a16:creationId xmlns:a16="http://schemas.microsoft.com/office/drawing/2014/main" id="{54ED444C-A81D-50B4-D320-B0895B8CA6CE}"/>
              </a:ext>
            </a:extLst>
          </p:cNvPr>
          <p:cNvCxnSpPr/>
          <p:nvPr/>
        </p:nvCxnSpPr>
        <p:spPr>
          <a:xfrm>
            <a:off x="9042704" y="596449"/>
            <a:ext cx="0" cy="169458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77C41A-85FB-344B-5EC7-02DA2B9816BE}"/>
              </a:ext>
            </a:extLst>
          </p:cNvPr>
          <p:cNvSpPr txBox="1"/>
          <p:nvPr/>
        </p:nvSpPr>
        <p:spPr>
          <a:xfrm>
            <a:off x="8087967" y="577131"/>
            <a:ext cx="919638" cy="1985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ko-KR" altLang="en-US" sz="1290" b="1" kern="1200" spc="-26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삼성화재</a:t>
            </a: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E1821582-CDEE-EDCB-B3D9-CB1E85F992CA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gray">
          <a:xfrm>
            <a:off x="819451" y="836712"/>
            <a:ext cx="2168296" cy="772587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 defTabSz="990571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2100" b="1" kern="1200" baseline="0">
                <a:solidFill>
                  <a:schemeClr val="tx1"/>
                </a:solidFill>
                <a:latin typeface="+mj-lt"/>
                <a:ea typeface="+mj-ea"/>
                <a:cs typeface="Open Sans" panose="020B0606030504020204" pitchFamily="34" charset="0"/>
              </a:defRPr>
            </a:lvl1pPr>
          </a:lstStyle>
          <a:p>
            <a:pPr marL="0" marR="0" lvl="0" indent="0" algn="l" defTabSz="990571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3200" i="0" u="none" strike="noStrike" kern="1200" cap="none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  <a:sym typeface="맑은 고딕" panose="020B0503020000020004" pitchFamily="50" charset="-127"/>
              </a:rPr>
              <a:t>Agenda </a:t>
            </a:r>
            <a:endParaRPr kumimoji="0" lang="ko-KR" altLang="en-US" sz="3200" i="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  <a:sym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1511C5-CA77-1018-C595-6598BA70E7F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070475" y="1711540"/>
            <a:ext cx="3578384" cy="315256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252000" tIns="108000" rIns="98694" bIns="4934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제안범위</a:t>
            </a:r>
            <a:endParaRPr lang="en-US" altLang="ko-KR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수행방안</a:t>
            </a:r>
            <a:endParaRPr lang="en-US" altLang="ko-KR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</a:pPr>
            <a:r>
              <a:rPr lang="en-US" altLang="ko-KR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2-1. Biz</a:t>
            </a:r>
            <a:r>
              <a:rPr lang="ko-KR" altLang="en-US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영역 수행방안</a:t>
            </a:r>
            <a:endParaRPr lang="en-US" altLang="ko-KR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</a:pPr>
            <a:r>
              <a:rPr lang="en-US" altLang="ko-KR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2-2. IT </a:t>
            </a:r>
            <a:r>
              <a:rPr lang="ko-KR" altLang="en-US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 수행방안</a:t>
            </a:r>
            <a:endParaRPr lang="en-US" altLang="ko-KR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</a:pPr>
            <a:r>
              <a:rPr lang="en-US" altLang="ko-KR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2-3. AI  </a:t>
            </a:r>
            <a:r>
              <a:rPr lang="ko-KR" altLang="en-US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 수행방안</a:t>
            </a:r>
            <a:endParaRPr lang="en-US" altLang="ko-KR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defTabSz="963137">
              <a:lnSpc>
                <a:spcPct val="200000"/>
              </a:lnSpc>
              <a:spcAft>
                <a:spcPct val="0"/>
              </a:spcAft>
              <a:buClr>
                <a:schemeClr val="bg1"/>
              </a:buClr>
              <a:buFont typeface="+mj-lt"/>
              <a:buAutoNum type="arabicPeriod" startAt="3"/>
            </a:pP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제약사항／ 요구사항</a:t>
            </a:r>
            <a:endParaRPr lang="en-US" altLang="ko-KR" sz="1600" b="1" spc="-5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C96D5B-02BD-B172-F804-DC68185B772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70475" y="3698818"/>
            <a:ext cx="3578384" cy="4213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63137">
              <a:spcAft>
                <a:spcPct val="0"/>
              </a:spcAft>
              <a:buClr>
                <a:schemeClr val="accent1"/>
              </a:buClr>
            </a:pPr>
            <a:r>
              <a:rPr lang="en-US" altLang="ko-KR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  2-3. AI </a:t>
            </a:r>
            <a:r>
              <a:rPr lang="ko-KR" altLang="en-US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영역 수행방안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00619DD-AC48-EF8D-C880-C67B045F7BA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982484" y="1711539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marR="0" lvl="0" indent="-400050" algn="l" defTabSz="963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+mj-lt"/>
              <a:buAutoNum type="romanUcPeriod"/>
              <a:tabLst/>
              <a:defRPr/>
            </a:pPr>
            <a:r>
              <a:rPr kumimoji="0" lang="ko-KR" altLang="en-US" sz="1673" b="1" i="0" u="none" strike="noStrike" kern="0" cap="none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제안사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84A9FE-F20B-E7F3-B4CF-7A194191B6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982484" y="2313688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marR="0" lvl="0" indent="-400050" algn="l" defTabSz="963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+mj-lt"/>
              <a:buAutoNum type="romanUcPeriod" startAt="2"/>
              <a:tabLst/>
              <a:defRPr/>
            </a:pPr>
            <a:r>
              <a:rPr kumimoji="0" lang="ko-KR" altLang="en-US" sz="1673" b="1" i="0" u="none" strike="noStrike" kern="0" cap="none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전략 및 방법론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F46D50-18F6-F4E2-6C5A-E2774A5C7BE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82484" y="2915837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bg1"/>
              </a:buClr>
              <a:buFont typeface="+mj-lt"/>
              <a:buAutoNum type="romanUcPeriod" startAt="3"/>
            </a:pPr>
            <a:r>
              <a:rPr lang="ko-KR" altLang="en-US" sz="1673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제안</a:t>
            </a:r>
            <a:r>
              <a:rPr lang="en-US" altLang="ko-KR" sz="1673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 </a:t>
            </a:r>
            <a:r>
              <a:rPr lang="ko-KR" altLang="en-US" sz="1673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내용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540804-793E-10C8-6C0F-55E1FC11FAA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82484" y="3517986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romanUcPeriod" startAt="4"/>
            </a:pPr>
            <a:r>
              <a:rPr lang="ko-KR" altLang="en-US" sz="1673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프로젝트 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F29738-8EC9-CE3A-E7BB-E67E0B46331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82484" y="4120135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romanUcPeriod" startAt="5"/>
            </a:pPr>
            <a:r>
              <a:rPr lang="ko-KR" altLang="en-US" sz="1673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프로젝트 지원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54161A-EA89-13D5-1B88-6C0D037857D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82484" y="4722284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0050" indent="-400050" defTabSz="963137"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romanUcPeriod" startAt="6"/>
            </a:pPr>
            <a:r>
              <a:rPr lang="ko-KR" altLang="en-US" sz="1673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기타 사항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81BDCA-A5AC-E3EB-5F27-E6C40D84359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982484" y="5324432"/>
            <a:ext cx="3578384" cy="421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252000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63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73" b="1" i="0" u="none" strike="noStrike" kern="0" cap="none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Appendix. </a:t>
            </a:r>
            <a:r>
              <a:rPr kumimoji="0" lang="ko-KR" altLang="en-US" sz="1673" b="1" i="0" u="none" strike="noStrike" kern="0" cap="none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맑은 고딕" panose="020B0503020000020004" pitchFamily="50" charset="-127"/>
              </a:rPr>
              <a:t>투입인력 이력사항</a:t>
            </a:r>
          </a:p>
        </p:txBody>
      </p:sp>
    </p:spTree>
    <p:extLst>
      <p:ext uri="{BB962C8B-B14F-4D97-AF65-F5344CB8AC3E}">
        <p14:creationId xmlns:p14="http://schemas.microsoft.com/office/powerpoint/2010/main" val="2027309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994CF-D564-D809-5B7A-983F2BA7F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E539CA5-F125-C2E9-FA93-78FAD461E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576" y="945561"/>
            <a:ext cx="9211907" cy="431800"/>
          </a:xfrm>
        </p:spPr>
        <p:txBody>
          <a:bodyPr/>
          <a:lstStyle/>
          <a:p>
            <a:r>
              <a:rPr lang="ko-KR" altLang="en-US" dirty="0"/>
              <a:t>참고문서 검색 쿼리를 다양화하고</a:t>
            </a:r>
            <a:r>
              <a:rPr lang="en-US" altLang="ko-KR" dirty="0"/>
              <a:t>,</a:t>
            </a:r>
            <a:r>
              <a:rPr lang="ko-KR" altLang="en-US" dirty="0"/>
              <a:t> 각 리포트 양식에 맞는 </a:t>
            </a:r>
            <a:r>
              <a:rPr lang="en-US" altLang="ko-KR" dirty="0"/>
              <a:t>MAS</a:t>
            </a:r>
            <a:r>
              <a:rPr lang="ko-KR" altLang="en-US" dirty="0"/>
              <a:t> 구조를 채택하여 리포트 생성능력 극대화 하겠음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E39B5E6-0382-70B5-4F21-F39DD83C1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 err="1"/>
              <a:t>서베이</a:t>
            </a:r>
            <a:r>
              <a:rPr lang="en-US" altLang="ko-KR" dirty="0"/>
              <a:t>] </a:t>
            </a:r>
            <a:r>
              <a:rPr lang="en" altLang="ko-KR" dirty="0">
                <a:solidFill>
                  <a:srgbClr val="000000"/>
                </a:solidFill>
                <a:effectLst/>
                <a:latin typeface="+mj-lt"/>
              </a:rPr>
              <a:t>SME </a:t>
            </a:r>
            <a:r>
              <a:rPr lang="ko-KR" altLang="en-US" dirty="0">
                <a:solidFill>
                  <a:srgbClr val="000000"/>
                </a:solidFill>
                <a:effectLst/>
                <a:latin typeface="+mj-lt"/>
              </a:rPr>
              <a:t>대상 위험평가 및 안전개선 보고서 자동화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03CE31-C8BF-81FC-3B68-507F1F468C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5DC1A-1DC0-883D-1437-E5188DB338F4}"/>
              </a:ext>
            </a:extLst>
          </p:cNvPr>
          <p:cNvSpPr txBox="1"/>
          <p:nvPr/>
        </p:nvSpPr>
        <p:spPr>
          <a:xfrm>
            <a:off x="6550413" y="112124"/>
            <a:ext cx="3114202" cy="2616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en-US" altLang="ko-KR" sz="1100" b="1" i="0" u="none" strike="noStrike" cap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III. </a:t>
            </a:r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제안내용</a:t>
            </a:r>
            <a:r>
              <a:rPr lang="en-US" altLang="ko-KR" sz="1100" b="1" i="0" u="none" strike="noStrike" cap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&gt; 2. </a:t>
            </a:r>
            <a:r>
              <a:rPr lang="ko-KR" altLang="en-US" sz="1100" b="1" i="0" u="none" strike="noStrike" cap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상세</a:t>
            </a:r>
            <a:r>
              <a:rPr lang="en-US" altLang="ko-KR" sz="1100" b="1" i="0" u="none" strike="noStrike" cap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 </a:t>
            </a:r>
            <a:r>
              <a:rPr lang="ko-KR" altLang="en-US" sz="1100" b="1" i="0" u="none" strike="noStrike" cap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수행방안</a:t>
            </a:r>
          </a:p>
        </p:txBody>
      </p:sp>
      <p:sp>
        <p:nvSpPr>
          <p:cNvPr id="8" name="Google Shape;143;p51">
            <a:extLst>
              <a:ext uri="{FF2B5EF4-FFF2-40B4-BE49-F238E27FC236}">
                <a16:creationId xmlns:a16="http://schemas.microsoft.com/office/drawing/2014/main" id="{873EBC2E-CAB5-A2A3-1BF3-903DE41B5430}"/>
              </a:ext>
            </a:extLst>
          </p:cNvPr>
          <p:cNvSpPr/>
          <p:nvPr/>
        </p:nvSpPr>
        <p:spPr>
          <a:xfrm rot="10800000" flipH="1">
            <a:off x="4474715" y="1520254"/>
            <a:ext cx="5189900" cy="2157963"/>
          </a:xfrm>
          <a:prstGeom prst="round2SameRect">
            <a:avLst>
              <a:gd name="adj1" fmla="val 2000"/>
              <a:gd name="adj2" fmla="val 0"/>
            </a:avLst>
          </a:prstGeom>
          <a:solidFill>
            <a:schemeClr val="lt1"/>
          </a:solidFill>
          <a:ln w="9525" cap="flat" cmpd="sng">
            <a:solidFill>
              <a:srgbClr val="E0E1E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9" name="Google Shape;143;p51">
            <a:extLst>
              <a:ext uri="{FF2B5EF4-FFF2-40B4-BE49-F238E27FC236}">
                <a16:creationId xmlns:a16="http://schemas.microsoft.com/office/drawing/2014/main" id="{B0304B52-84AC-8AEB-5A75-1852477DB169}"/>
              </a:ext>
            </a:extLst>
          </p:cNvPr>
          <p:cNvSpPr/>
          <p:nvPr/>
        </p:nvSpPr>
        <p:spPr>
          <a:xfrm rot="10800000" flipH="1">
            <a:off x="4469584" y="4009146"/>
            <a:ext cx="5189900" cy="2418740"/>
          </a:xfrm>
          <a:prstGeom prst="round2SameRect">
            <a:avLst>
              <a:gd name="adj1" fmla="val 2000"/>
              <a:gd name="adj2" fmla="val 0"/>
            </a:avLst>
          </a:prstGeom>
          <a:solidFill>
            <a:schemeClr val="lt1"/>
          </a:solidFill>
          <a:ln w="9525" cap="flat" cmpd="sng">
            <a:solidFill>
              <a:srgbClr val="E0E1E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10" name="Google Shape;141;p51">
            <a:extLst>
              <a:ext uri="{FF2B5EF4-FFF2-40B4-BE49-F238E27FC236}">
                <a16:creationId xmlns:a16="http://schemas.microsoft.com/office/drawing/2014/main" id="{AAE5FEB4-A150-4491-9D82-84E53F315360}"/>
              </a:ext>
            </a:extLst>
          </p:cNvPr>
          <p:cNvSpPr/>
          <p:nvPr/>
        </p:nvSpPr>
        <p:spPr>
          <a:xfrm>
            <a:off x="4469585" y="1298272"/>
            <a:ext cx="5189902" cy="238901"/>
          </a:xfrm>
          <a:prstGeom prst="round2SameRect">
            <a:avLst>
              <a:gd name="adj1" fmla="val 10053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법규 및 권장사항 </a:t>
            </a:r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및 위험별 검색 쿼리 생성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11" name="Google Shape;141;p51">
            <a:extLst>
              <a:ext uri="{FF2B5EF4-FFF2-40B4-BE49-F238E27FC236}">
                <a16:creationId xmlns:a16="http://schemas.microsoft.com/office/drawing/2014/main" id="{AA7B2B12-77A4-9C98-8A24-50EDA006F047}"/>
              </a:ext>
            </a:extLst>
          </p:cNvPr>
          <p:cNvSpPr/>
          <p:nvPr/>
        </p:nvSpPr>
        <p:spPr>
          <a:xfrm>
            <a:off x="4469584" y="3730675"/>
            <a:ext cx="5189902" cy="238901"/>
          </a:xfrm>
          <a:prstGeom prst="round2SameRect">
            <a:avLst>
              <a:gd name="adj1" fmla="val 10053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SzPts val="1400"/>
              <a:defRPr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권장사항</a:t>
            </a:r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개선사항 맞춤 멀티 에이전트 시스템</a:t>
            </a:r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(MAS)</a:t>
            </a: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구축 및 고도화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Google Shape;141;p51">
            <a:extLst>
              <a:ext uri="{FF2B5EF4-FFF2-40B4-BE49-F238E27FC236}">
                <a16:creationId xmlns:a16="http://schemas.microsoft.com/office/drawing/2014/main" id="{B9BBA019-EDB7-C5C3-6946-D34F99E73F61}"/>
              </a:ext>
            </a:extLst>
          </p:cNvPr>
          <p:cNvSpPr/>
          <p:nvPr/>
        </p:nvSpPr>
        <p:spPr>
          <a:xfrm>
            <a:off x="440748" y="1298272"/>
            <a:ext cx="3874287" cy="238901"/>
          </a:xfrm>
          <a:prstGeom prst="round2SameRect">
            <a:avLst>
              <a:gd name="adj1" fmla="val 10053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개발 수행 방안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13" name="Google Shape;143;p51">
            <a:extLst>
              <a:ext uri="{FF2B5EF4-FFF2-40B4-BE49-F238E27FC236}">
                <a16:creationId xmlns:a16="http://schemas.microsoft.com/office/drawing/2014/main" id="{E9B7C2E5-A9BD-775A-2441-884BDFF8C655}"/>
              </a:ext>
            </a:extLst>
          </p:cNvPr>
          <p:cNvSpPr/>
          <p:nvPr/>
        </p:nvSpPr>
        <p:spPr>
          <a:xfrm rot="10800000" flipH="1">
            <a:off x="440749" y="1537173"/>
            <a:ext cx="3874287" cy="4890712"/>
          </a:xfrm>
          <a:prstGeom prst="round2SameRect">
            <a:avLst>
              <a:gd name="adj1" fmla="val 641"/>
              <a:gd name="adj2" fmla="val 0"/>
            </a:avLst>
          </a:prstGeom>
          <a:solidFill>
            <a:schemeClr val="lt1"/>
          </a:solidFill>
          <a:ln w="9525" cap="flat" cmpd="sng">
            <a:solidFill>
              <a:srgbClr val="E0E1E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ㄴ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15" name="Google Shape;144;p51">
            <a:extLst>
              <a:ext uri="{FF2B5EF4-FFF2-40B4-BE49-F238E27FC236}">
                <a16:creationId xmlns:a16="http://schemas.microsoft.com/office/drawing/2014/main" id="{552C5137-BA61-2623-BACD-F770A914B93F}"/>
              </a:ext>
            </a:extLst>
          </p:cNvPr>
          <p:cNvSpPr txBox="1"/>
          <p:nvPr/>
        </p:nvSpPr>
        <p:spPr>
          <a:xfrm>
            <a:off x="573413" y="1672224"/>
            <a:ext cx="3601273" cy="2005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에이전트가 보고서 생성 시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참고할 수 있는 법규 및 권장사항 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 및 위험별 맞춤 검색 쿼리 생성을 통해 다양한 참고 문서 검색</a:t>
            </a:r>
            <a:br>
              <a:rPr kumimoji="0" lang="ko-KR" alt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</a:b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-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방화기준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PDF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안전보고서의 권장사항을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적재하여 에이전트가 참고할 수 있는 근거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>
              <a:lnSpc>
                <a:spcPct val="150000"/>
              </a:lnSpc>
              <a:buSzPts val="1100"/>
              <a:defRPr/>
            </a:pP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전문가 에이전트가 인풋 설문지와 자신이 작성한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보고서를 기반으로 추가 자료 검색을 위한 쿼리 생성하여 보고서 수정에 필요한 참고 문서 확보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각 쿼리의 결과로 검색된 법규 및 권장 사항 문서를 참고하여 수정된 보고서를 생성하여 전체적인 내용을 전문화하고 상세화 하고자 함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6" name="Google Shape;144;p51">
            <a:extLst>
              <a:ext uri="{FF2B5EF4-FFF2-40B4-BE49-F238E27FC236}">
                <a16:creationId xmlns:a16="http://schemas.microsoft.com/office/drawing/2014/main" id="{B7BE0B6C-1462-7855-D0AB-74DA9677FFDE}"/>
              </a:ext>
            </a:extLst>
          </p:cNvPr>
          <p:cNvSpPr txBox="1"/>
          <p:nvPr/>
        </p:nvSpPr>
        <p:spPr>
          <a:xfrm>
            <a:off x="573413" y="3789486"/>
            <a:ext cx="3601273" cy="247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권장사항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개선사항에 맞는 멀티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에이전트 시스템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(MAS)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구축을 통해 보고서 퀄리티 확보</a:t>
            </a:r>
            <a:br>
              <a:rPr kumimoji="0" lang="ko-KR" alt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</a:b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-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 리포트 출력 양식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권장사항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,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 개선사항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)</a:t>
            </a: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에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 맞게 적합한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MAS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 구조 선택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개선사항은 리스크별로 개선사항 소제목과 주요내용을 작성해야 하므로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개별 리스크 에이전트가 각 리스크 보고서를 담당하는 구조로 설계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권장사항은 설문지 내용을 종합하여 제목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현화 및 이슈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권장사항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기술기준을 작성해야 하므로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설문지에 따라 전문가 에이전트를 생성하고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각 에이전트의 보고서를 취합하여 다양한 관점의 위험을 보고서로 작성하고자 함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실제 전문가 사고 과정을 분석하여 </a:t>
            </a:r>
            <a:r>
              <a:rPr lang="en-US" altLang="ko-KR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CoT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방법으로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위험 분석부터 각 보고서 생성 프롬프트 </a:t>
            </a:r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고도화하고자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함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5" name="원통[C] 4">
            <a:extLst>
              <a:ext uri="{FF2B5EF4-FFF2-40B4-BE49-F238E27FC236}">
                <a16:creationId xmlns:a16="http://schemas.microsoft.com/office/drawing/2014/main" id="{9D4EA84C-DE5E-D422-D72A-B43AF604B54C}"/>
              </a:ext>
            </a:extLst>
          </p:cNvPr>
          <p:cNvSpPr/>
          <p:nvPr/>
        </p:nvSpPr>
        <p:spPr>
          <a:xfrm>
            <a:off x="6894914" y="2527922"/>
            <a:ext cx="645484" cy="350652"/>
          </a:xfrm>
          <a:prstGeom prst="can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600" dirty="0">
                <a:solidFill>
                  <a:schemeClr val="tx1"/>
                </a:solidFill>
                <a:latin typeface="+mn-ea"/>
              </a:rPr>
              <a:t>안전 권장사항 </a:t>
            </a:r>
            <a:r>
              <a:rPr kumimoji="1" lang="en-US" altLang="ko-KR" sz="600" dirty="0">
                <a:solidFill>
                  <a:schemeClr val="tx1"/>
                </a:solidFill>
                <a:latin typeface="+mn-ea"/>
              </a:rPr>
              <a:t>DB</a:t>
            </a:r>
            <a:endParaRPr kumimoji="1" lang="ko-KR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원통[C] 5">
            <a:extLst>
              <a:ext uri="{FF2B5EF4-FFF2-40B4-BE49-F238E27FC236}">
                <a16:creationId xmlns:a16="http://schemas.microsoft.com/office/drawing/2014/main" id="{97ED9C77-3BCC-4A68-B3AA-A01B03DB71C7}"/>
              </a:ext>
            </a:extLst>
          </p:cNvPr>
          <p:cNvSpPr/>
          <p:nvPr/>
        </p:nvSpPr>
        <p:spPr>
          <a:xfrm>
            <a:off x="6894914" y="2107248"/>
            <a:ext cx="643136" cy="350652"/>
          </a:xfrm>
          <a:prstGeom prst="can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600" dirty="0">
                <a:solidFill>
                  <a:schemeClr val="tx1"/>
                </a:solidFill>
                <a:latin typeface="+mn-ea"/>
              </a:rPr>
              <a:t>방화기준 </a:t>
            </a:r>
            <a:r>
              <a:rPr kumimoji="1" lang="en-US" altLang="ko-KR" sz="600" dirty="0">
                <a:solidFill>
                  <a:schemeClr val="tx1"/>
                </a:solidFill>
                <a:latin typeface="+mn-ea"/>
              </a:rPr>
              <a:t>DB</a:t>
            </a:r>
            <a:endParaRPr kumimoji="1" lang="ko-KR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5E5BC-6488-8CE5-8547-12ADBEFADB40}"/>
              </a:ext>
            </a:extLst>
          </p:cNvPr>
          <p:cNvSpPr txBox="1"/>
          <p:nvPr/>
        </p:nvSpPr>
        <p:spPr>
          <a:xfrm>
            <a:off x="4500891" y="4048924"/>
            <a:ext cx="509972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보고서 출력 양식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(</a:t>
            </a: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개선사항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/</a:t>
            </a:r>
            <a:r>
              <a:rPr lang="ko-KR" altLang="en-US" sz="900" b="1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권장사항</a:t>
            </a:r>
            <a:r>
              <a:rPr lang="en-US" altLang="ko-KR" sz="900" b="1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)</a:t>
            </a:r>
            <a:r>
              <a:rPr lang="ko-KR" altLang="en-US" sz="900" b="1" dirty="0" err="1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에</a:t>
            </a:r>
            <a:r>
              <a:rPr lang="ko-KR" altLang="en-US" sz="900" b="1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 적합한 </a:t>
            </a:r>
            <a:r>
              <a:rPr lang="en-US" altLang="ko-KR" sz="900" b="1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MAS</a:t>
            </a:r>
            <a:r>
              <a:rPr lang="ko-KR" altLang="en-US" sz="900" b="1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 구조 개발 및 고도화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sp>
        <p:nvSpPr>
          <p:cNvPr id="19" name="Google Shape;141;p51">
            <a:extLst>
              <a:ext uri="{FF2B5EF4-FFF2-40B4-BE49-F238E27FC236}">
                <a16:creationId xmlns:a16="http://schemas.microsoft.com/office/drawing/2014/main" id="{899CAEB6-E2DF-3DA1-F12C-3FA9AB3CA4F8}"/>
              </a:ext>
            </a:extLst>
          </p:cNvPr>
          <p:cNvSpPr/>
          <p:nvPr/>
        </p:nvSpPr>
        <p:spPr>
          <a:xfrm>
            <a:off x="4599042" y="4289689"/>
            <a:ext cx="997995" cy="176081"/>
          </a:xfrm>
          <a:prstGeom prst="round2SameRect">
            <a:avLst>
              <a:gd name="adj1" fmla="val 10053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ko-KR" altLang="en-US" sz="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개선사항 생성 </a:t>
            </a:r>
            <a:r>
              <a:rPr lang="en-US" altLang="ko-KR" sz="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MAS</a:t>
            </a:r>
            <a:endParaRPr kumimoji="0" lang="ko-KR" altLang="en-US" sz="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20" name="Google Shape;141;p51">
            <a:extLst>
              <a:ext uri="{FF2B5EF4-FFF2-40B4-BE49-F238E27FC236}">
                <a16:creationId xmlns:a16="http://schemas.microsoft.com/office/drawing/2014/main" id="{5DE4AA99-6205-D25F-B722-A451FC9C4E8B}"/>
              </a:ext>
            </a:extLst>
          </p:cNvPr>
          <p:cNvSpPr/>
          <p:nvPr/>
        </p:nvSpPr>
        <p:spPr>
          <a:xfrm>
            <a:off x="7064533" y="4289689"/>
            <a:ext cx="997995" cy="176081"/>
          </a:xfrm>
          <a:prstGeom prst="round2SameRect">
            <a:avLst>
              <a:gd name="adj1" fmla="val 10053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ko-KR" altLang="en-US" sz="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권장사항 생성 </a:t>
            </a:r>
            <a:r>
              <a:rPr lang="en-US" altLang="ko-KR" sz="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MAS</a:t>
            </a:r>
            <a:endParaRPr kumimoji="0" lang="ko-KR" altLang="en-US" sz="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21" name="Google Shape;521;p55">
            <a:extLst>
              <a:ext uri="{FF2B5EF4-FFF2-40B4-BE49-F238E27FC236}">
                <a16:creationId xmlns:a16="http://schemas.microsoft.com/office/drawing/2014/main" id="{732443C8-93A8-B13D-F33F-F028919AC57A}"/>
              </a:ext>
            </a:extLst>
          </p:cNvPr>
          <p:cNvSpPr/>
          <p:nvPr/>
        </p:nvSpPr>
        <p:spPr>
          <a:xfrm>
            <a:off x="4524225" y="4457704"/>
            <a:ext cx="2142749" cy="41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R="0" lvl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Input : 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각 에이전트에는 리스크별 해당하는 질문답변만 </a:t>
            </a:r>
            <a:r>
              <a:rPr kumimoji="0" lang="ko-KR" altLang="en-US" sz="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들어감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+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업종 리스크 스코어</a:t>
            </a: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oto Sans KR"/>
              <a:sym typeface="Noto Sans KR"/>
            </a:endParaRPr>
          </a:p>
          <a:p>
            <a:pPr marR="0" lvl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Output :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리스크별 개선사항 소제목 </a:t>
            </a:r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+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주요 개선사항</a:t>
            </a: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oto Sans KR"/>
              <a:sym typeface="Noto Sans KR"/>
            </a:endParaRPr>
          </a:p>
        </p:txBody>
      </p:sp>
      <p:sp>
        <p:nvSpPr>
          <p:cNvPr id="22" name="Google Shape;521;p55">
            <a:extLst>
              <a:ext uri="{FF2B5EF4-FFF2-40B4-BE49-F238E27FC236}">
                <a16:creationId xmlns:a16="http://schemas.microsoft.com/office/drawing/2014/main" id="{540EB161-2926-4D86-63E2-1026FCD88A65}"/>
              </a:ext>
            </a:extLst>
          </p:cNvPr>
          <p:cNvSpPr/>
          <p:nvPr/>
        </p:nvSpPr>
        <p:spPr>
          <a:xfrm>
            <a:off x="6975937" y="4455679"/>
            <a:ext cx="2142749" cy="41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R="0" lvl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Input : 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각 에이전트에 전체 설문지 질문답변이 다 </a:t>
            </a:r>
            <a:r>
              <a:rPr kumimoji="0" lang="ko-KR" altLang="en-US" sz="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들어감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+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업종 리스크 스코어</a:t>
            </a: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oto Sans KR"/>
              <a:sym typeface="Noto Sans KR"/>
            </a:endParaRPr>
          </a:p>
          <a:p>
            <a:pPr>
              <a:lnSpc>
                <a:spcPct val="110000"/>
              </a:lnSpc>
              <a:buSzPts val="1100"/>
              <a:defRPr/>
            </a:pPr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Output :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에이전트 보고서를 요약한 권장사항</a:t>
            </a:r>
            <a:endParaRPr lang="en-US" altLang="ko-KR" sz="600" dirty="0">
              <a:latin typeface="맑은 고딕" panose="020B0503020000020004" pitchFamily="50" charset="-127"/>
              <a:ea typeface="맑은 고딕" panose="020B0503020000020004" pitchFamily="50" charset="-127"/>
              <a:cs typeface="Noto Sans KR"/>
              <a:sym typeface="Noto Sans KR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148B8516-6BE3-262B-AB46-DE9D2DA10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123706"/>
              </p:ext>
            </p:extLst>
          </p:nvPr>
        </p:nvGraphicFramePr>
        <p:xfrm>
          <a:off x="4599041" y="4874545"/>
          <a:ext cx="2236545" cy="945137"/>
        </p:xfrm>
        <a:graphic>
          <a:graphicData uri="http://schemas.openxmlformats.org/drawingml/2006/table">
            <a:tbl>
              <a:tblPr firstRow="1" bandRow="1">
                <a:tableStyleId>{24AF8F95-5FA7-437D-BF9C-30B935BDBF65}</a:tableStyleId>
              </a:tblPr>
              <a:tblGrid>
                <a:gridCol w="581223">
                  <a:extLst>
                    <a:ext uri="{9D8B030D-6E8A-4147-A177-3AD203B41FA5}">
                      <a16:colId xmlns:a16="http://schemas.microsoft.com/office/drawing/2014/main" val="693379526"/>
                    </a:ext>
                  </a:extLst>
                </a:gridCol>
                <a:gridCol w="921158">
                  <a:extLst>
                    <a:ext uri="{9D8B030D-6E8A-4147-A177-3AD203B41FA5}">
                      <a16:colId xmlns:a16="http://schemas.microsoft.com/office/drawing/2014/main" val="428785830"/>
                    </a:ext>
                  </a:extLst>
                </a:gridCol>
                <a:gridCol w="734164">
                  <a:extLst>
                    <a:ext uri="{9D8B030D-6E8A-4147-A177-3AD203B41FA5}">
                      <a16:colId xmlns:a16="http://schemas.microsoft.com/office/drawing/2014/main" val="2626612722"/>
                    </a:ext>
                  </a:extLst>
                </a:gridCol>
              </a:tblGrid>
              <a:tr h="1258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리스크 종류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질문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961126"/>
                  </a:ext>
                </a:extLst>
              </a:tr>
              <a:tr h="15265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 err="1">
                          <a:latin typeface="+mn-ea"/>
                          <a:ea typeface="+mn-ea"/>
                        </a:rPr>
                        <a:t>설비노후도</a:t>
                      </a:r>
                      <a:endParaRPr lang="ko-KR" altLang="en-US" sz="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평균 시설 가동률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dirty="0">
                          <a:latin typeface="+mn-ea"/>
                          <a:ea typeface="+mn-ea"/>
                        </a:rPr>
                        <a:t>50%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이상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70%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미만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076487"/>
                  </a:ext>
                </a:extLst>
              </a:tr>
              <a:tr h="1761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정기점검 주기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연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회 이상 사내 전문 인력을 활용한 정기점검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468339"/>
                  </a:ext>
                </a:extLst>
              </a:tr>
              <a:tr h="1761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 err="1">
                          <a:latin typeface="+mn-ea"/>
                          <a:ea typeface="+mn-ea"/>
                        </a:rPr>
                        <a:t>기업휴지</a:t>
                      </a:r>
                      <a:endParaRPr lang="ko-KR" altLang="en-US" sz="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중대한 사고 발생 시</a:t>
                      </a:r>
                      <a:endParaRPr lang="en-US" altLang="ko-KR" sz="4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생산차질의 비율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(%)</a:t>
                      </a:r>
                      <a:endParaRPr lang="ko-KR" altLang="en-US" sz="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dirty="0">
                          <a:latin typeface="+mn-ea"/>
                          <a:ea typeface="+mn-ea"/>
                        </a:rPr>
                        <a:t>50% 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이상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70%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미만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611392"/>
                  </a:ext>
                </a:extLst>
              </a:tr>
              <a:tr h="1761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4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기타 위험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사업장 주변에 인접시설이 존재합니까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?</a:t>
                      </a:r>
                      <a:endParaRPr lang="ko-KR" altLang="en-US" sz="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사업장 주변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20m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이내 타인시설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개 있음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562438"/>
                  </a:ext>
                </a:extLst>
              </a:tr>
            </a:tbl>
          </a:graphicData>
        </a:graphic>
      </p:graphicFrame>
      <p:sp>
        <p:nvSpPr>
          <p:cNvPr id="24" name="Google Shape;223;p52">
            <a:extLst>
              <a:ext uri="{FF2B5EF4-FFF2-40B4-BE49-F238E27FC236}">
                <a16:creationId xmlns:a16="http://schemas.microsoft.com/office/drawing/2014/main" id="{88F81619-1867-0CF3-3648-D3B81099FF3A}"/>
              </a:ext>
            </a:extLst>
          </p:cNvPr>
          <p:cNvSpPr/>
          <p:nvPr/>
        </p:nvSpPr>
        <p:spPr>
          <a:xfrm>
            <a:off x="5061661" y="5960751"/>
            <a:ext cx="728601" cy="304953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9250" tIns="29250" rIns="29250" bIns="292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설비 노후도 전문 에이전트</a:t>
            </a:r>
            <a:endParaRPr kumimoji="0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3EA9DAB-0C4C-BD5E-4FB8-580424B3B5F9}"/>
              </a:ext>
            </a:extLst>
          </p:cNvPr>
          <p:cNvSpPr/>
          <p:nvPr/>
        </p:nvSpPr>
        <p:spPr>
          <a:xfrm>
            <a:off x="4599041" y="5022421"/>
            <a:ext cx="2236545" cy="366585"/>
          </a:xfrm>
          <a:prstGeom prst="rect">
            <a:avLst/>
          </a:prstGeom>
          <a:noFill/>
          <a:ln w="952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FAD1A82-A6FD-CA7C-3104-E7A0C12A7D80}"/>
              </a:ext>
            </a:extLst>
          </p:cNvPr>
          <p:cNvCxnSpPr>
            <a:cxnSpLocks/>
            <a:stCxn id="24" idx="3"/>
            <a:endCxn id="35" idx="1"/>
          </p:cNvCxnSpPr>
          <p:nvPr/>
        </p:nvCxnSpPr>
        <p:spPr>
          <a:xfrm>
            <a:off x="5790262" y="6113228"/>
            <a:ext cx="166533" cy="353"/>
          </a:xfrm>
          <a:prstGeom prst="straightConnector1">
            <a:avLst/>
          </a:prstGeom>
          <a:ln w="6350">
            <a:solidFill>
              <a:schemeClr val="tx1"/>
            </a:solidFill>
            <a:tailEnd type="stealt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Google Shape;245;p52">
            <a:extLst>
              <a:ext uri="{FF2B5EF4-FFF2-40B4-BE49-F238E27FC236}">
                <a16:creationId xmlns:a16="http://schemas.microsoft.com/office/drawing/2014/main" id="{A612CC67-1C0E-658A-8174-565C05EA58F8}"/>
              </a:ext>
            </a:extLst>
          </p:cNvPr>
          <p:cNvCxnSpPr>
            <a:cxnSpLocks/>
            <a:stCxn id="25" idx="1"/>
            <a:endCxn id="24" idx="1"/>
          </p:cNvCxnSpPr>
          <p:nvPr/>
        </p:nvCxnSpPr>
        <p:spPr>
          <a:xfrm rot="10800000" flipH="1" flipV="1">
            <a:off x="4599041" y="5205714"/>
            <a:ext cx="462620" cy="907514"/>
          </a:xfrm>
          <a:prstGeom prst="bentConnector3">
            <a:avLst>
              <a:gd name="adj1" fmla="val -49414"/>
            </a:avLst>
          </a:prstGeom>
          <a:noFill/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E8F0707-5C62-6335-97BE-1DF3D184910D}"/>
              </a:ext>
            </a:extLst>
          </p:cNvPr>
          <p:cNvSpPr txBox="1"/>
          <p:nvPr/>
        </p:nvSpPr>
        <p:spPr>
          <a:xfrm>
            <a:off x="4469583" y="5819682"/>
            <a:ext cx="728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 err="1"/>
              <a:t>설비노후도</a:t>
            </a:r>
            <a:r>
              <a:rPr lang="ko-KR" altLang="en-US" sz="600" dirty="0"/>
              <a:t> 질문만 담당</a:t>
            </a:r>
          </a:p>
        </p:txBody>
      </p:sp>
      <p:sp>
        <p:nvSpPr>
          <p:cNvPr id="35" name="Google Shape;223;p52">
            <a:extLst>
              <a:ext uri="{FF2B5EF4-FFF2-40B4-BE49-F238E27FC236}">
                <a16:creationId xmlns:a16="http://schemas.microsoft.com/office/drawing/2014/main" id="{D0EC427E-62D4-BB7B-16B7-DE2BEB88EA63}"/>
              </a:ext>
            </a:extLst>
          </p:cNvPr>
          <p:cNvSpPr/>
          <p:nvPr/>
        </p:nvSpPr>
        <p:spPr>
          <a:xfrm>
            <a:off x="5956795" y="5961104"/>
            <a:ext cx="868952" cy="304953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9250" tIns="29250" rIns="29250" bIns="292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설비 노후도 리스크의 개선사항만 작성</a:t>
            </a:r>
            <a:endParaRPr kumimoji="0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6F8C7229-929A-63EC-698E-6DB35A964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514259"/>
              </p:ext>
            </p:extLst>
          </p:nvPr>
        </p:nvGraphicFramePr>
        <p:xfrm>
          <a:off x="7144549" y="4860942"/>
          <a:ext cx="2236545" cy="945137"/>
        </p:xfrm>
        <a:graphic>
          <a:graphicData uri="http://schemas.openxmlformats.org/drawingml/2006/table">
            <a:tbl>
              <a:tblPr firstRow="1" bandRow="1">
                <a:tableStyleId>{24AF8F95-5FA7-437D-BF9C-30B935BDBF65}</a:tableStyleId>
              </a:tblPr>
              <a:tblGrid>
                <a:gridCol w="581223">
                  <a:extLst>
                    <a:ext uri="{9D8B030D-6E8A-4147-A177-3AD203B41FA5}">
                      <a16:colId xmlns:a16="http://schemas.microsoft.com/office/drawing/2014/main" val="693379526"/>
                    </a:ext>
                  </a:extLst>
                </a:gridCol>
                <a:gridCol w="921158">
                  <a:extLst>
                    <a:ext uri="{9D8B030D-6E8A-4147-A177-3AD203B41FA5}">
                      <a16:colId xmlns:a16="http://schemas.microsoft.com/office/drawing/2014/main" val="428785830"/>
                    </a:ext>
                  </a:extLst>
                </a:gridCol>
                <a:gridCol w="734164">
                  <a:extLst>
                    <a:ext uri="{9D8B030D-6E8A-4147-A177-3AD203B41FA5}">
                      <a16:colId xmlns:a16="http://schemas.microsoft.com/office/drawing/2014/main" val="2626612722"/>
                    </a:ext>
                  </a:extLst>
                </a:gridCol>
              </a:tblGrid>
              <a:tr h="1258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리스크 종류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질문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961126"/>
                  </a:ext>
                </a:extLst>
              </a:tr>
              <a:tr h="15265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 err="1">
                          <a:latin typeface="+mn-ea"/>
                          <a:ea typeface="+mn-ea"/>
                        </a:rPr>
                        <a:t>설비노후도</a:t>
                      </a:r>
                      <a:endParaRPr lang="ko-KR" altLang="en-US" sz="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평균 시설 가동률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dirty="0">
                          <a:latin typeface="+mn-ea"/>
                          <a:ea typeface="+mn-ea"/>
                        </a:rPr>
                        <a:t>50%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이상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70%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미만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076487"/>
                  </a:ext>
                </a:extLst>
              </a:tr>
              <a:tr h="1761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정기점검 주기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연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회 이상 사내 전문 인력을 활용한 정기점검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468339"/>
                  </a:ext>
                </a:extLst>
              </a:tr>
              <a:tr h="1761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 err="1">
                          <a:latin typeface="+mn-ea"/>
                          <a:ea typeface="+mn-ea"/>
                        </a:rPr>
                        <a:t>기업휴지</a:t>
                      </a:r>
                      <a:endParaRPr lang="ko-KR" altLang="en-US" sz="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중대한 사고 발생 시</a:t>
                      </a:r>
                      <a:endParaRPr lang="en-US" altLang="ko-KR" sz="4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생산차질의 비율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(%)</a:t>
                      </a:r>
                      <a:endParaRPr lang="ko-KR" altLang="en-US" sz="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dirty="0">
                          <a:latin typeface="+mn-ea"/>
                          <a:ea typeface="+mn-ea"/>
                        </a:rPr>
                        <a:t>50% 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이상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70%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미만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611392"/>
                  </a:ext>
                </a:extLst>
              </a:tr>
              <a:tr h="1761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4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기타 위험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사업장 주변에 인접시설이 존재합니까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?</a:t>
                      </a:r>
                      <a:endParaRPr lang="ko-KR" altLang="en-US" sz="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" dirty="0">
                          <a:latin typeface="+mn-ea"/>
                          <a:ea typeface="+mn-ea"/>
                        </a:rPr>
                        <a:t>사업장 주변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20m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 이내 타인시설 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400" dirty="0">
                          <a:latin typeface="+mn-ea"/>
                          <a:ea typeface="+mn-ea"/>
                        </a:rPr>
                        <a:t>개 있음</a:t>
                      </a:r>
                      <a:r>
                        <a:rPr lang="en-US" altLang="ko-KR" sz="4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562438"/>
                  </a:ext>
                </a:extLst>
              </a:tr>
            </a:tbl>
          </a:graphicData>
        </a:graphic>
      </p:graphicFrame>
      <p:sp>
        <p:nvSpPr>
          <p:cNvPr id="39" name="Google Shape;223;p52">
            <a:extLst>
              <a:ext uri="{FF2B5EF4-FFF2-40B4-BE49-F238E27FC236}">
                <a16:creationId xmlns:a16="http://schemas.microsoft.com/office/drawing/2014/main" id="{7F340B80-A395-2C59-1B5A-396AB935DD1E}"/>
              </a:ext>
            </a:extLst>
          </p:cNvPr>
          <p:cNvSpPr/>
          <p:nvPr/>
        </p:nvSpPr>
        <p:spPr>
          <a:xfrm>
            <a:off x="7635927" y="5888156"/>
            <a:ext cx="529260" cy="304953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9250" tIns="29250" rIns="29250" bIns="292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A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분야 전문 에이전트</a:t>
            </a:r>
            <a:endParaRPr kumimoji="0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FA7002C-B731-2902-5E4E-6EB50312F57A}"/>
              </a:ext>
            </a:extLst>
          </p:cNvPr>
          <p:cNvSpPr/>
          <p:nvPr/>
        </p:nvSpPr>
        <p:spPr>
          <a:xfrm>
            <a:off x="7144549" y="5008817"/>
            <a:ext cx="2236545" cy="810511"/>
          </a:xfrm>
          <a:prstGeom prst="rect">
            <a:avLst/>
          </a:prstGeom>
          <a:noFill/>
          <a:ln w="952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F7A04B9-9D48-8EDB-B14D-4DC1D6C94894}"/>
              </a:ext>
            </a:extLst>
          </p:cNvPr>
          <p:cNvCxnSpPr>
            <a:cxnSpLocks/>
            <a:stCxn id="39" idx="3"/>
            <a:endCxn id="58" idx="1"/>
          </p:cNvCxnSpPr>
          <p:nvPr/>
        </p:nvCxnSpPr>
        <p:spPr>
          <a:xfrm flipV="1">
            <a:off x="8165187" y="6037689"/>
            <a:ext cx="141466" cy="2944"/>
          </a:xfrm>
          <a:prstGeom prst="straightConnector1">
            <a:avLst/>
          </a:prstGeom>
          <a:ln w="6350">
            <a:solidFill>
              <a:schemeClr val="tx1"/>
            </a:solidFill>
            <a:tailEnd type="stealt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Google Shape;245;p52">
            <a:extLst>
              <a:ext uri="{FF2B5EF4-FFF2-40B4-BE49-F238E27FC236}">
                <a16:creationId xmlns:a16="http://schemas.microsoft.com/office/drawing/2014/main" id="{2C1942AF-582C-8EB0-27BA-60C7179B3C9C}"/>
              </a:ext>
            </a:extLst>
          </p:cNvPr>
          <p:cNvCxnSpPr>
            <a:cxnSpLocks/>
            <a:stCxn id="40" idx="1"/>
            <a:endCxn id="39" idx="1"/>
          </p:cNvCxnSpPr>
          <p:nvPr/>
        </p:nvCxnSpPr>
        <p:spPr>
          <a:xfrm rot="10800000" flipH="1" flipV="1">
            <a:off x="7144549" y="5414073"/>
            <a:ext cx="491378" cy="626560"/>
          </a:xfrm>
          <a:prstGeom prst="bentConnector3">
            <a:avLst>
              <a:gd name="adj1" fmla="val -46522"/>
            </a:avLst>
          </a:prstGeom>
          <a:noFill/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6A1F510-093F-17CF-BABD-BDFB504B06A3}"/>
              </a:ext>
            </a:extLst>
          </p:cNvPr>
          <p:cNvSpPr txBox="1"/>
          <p:nvPr/>
        </p:nvSpPr>
        <p:spPr>
          <a:xfrm>
            <a:off x="6852830" y="6022305"/>
            <a:ext cx="86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설문지 답변에</a:t>
            </a:r>
            <a:endParaRPr lang="en-US" altLang="ko-KR" sz="600" dirty="0"/>
          </a:p>
          <a:p>
            <a:r>
              <a:rPr lang="ko-KR" altLang="en-US" sz="600" dirty="0"/>
              <a:t>맞는 에이전트 생성</a:t>
            </a:r>
            <a:endParaRPr lang="en-US" altLang="ko-KR" sz="600" dirty="0"/>
          </a:p>
          <a:p>
            <a:r>
              <a:rPr lang="en-US" altLang="ko-KR" sz="600" dirty="0"/>
              <a:t>(N</a:t>
            </a:r>
            <a:r>
              <a:rPr lang="ko-KR" altLang="en-US" sz="600" dirty="0"/>
              <a:t>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44" name="Google Shape;223;p52">
            <a:extLst>
              <a:ext uri="{FF2B5EF4-FFF2-40B4-BE49-F238E27FC236}">
                <a16:creationId xmlns:a16="http://schemas.microsoft.com/office/drawing/2014/main" id="{AA3D61D9-FAD1-B8C3-FB72-6BD18529BC5B}"/>
              </a:ext>
            </a:extLst>
          </p:cNvPr>
          <p:cNvSpPr/>
          <p:nvPr/>
        </p:nvSpPr>
        <p:spPr>
          <a:xfrm>
            <a:off x="9060667" y="5888509"/>
            <a:ext cx="460777" cy="304953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9250" tIns="29250" rIns="29250" bIns="292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권장사항</a:t>
            </a: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600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작성</a:t>
            </a:r>
            <a:endParaRPr kumimoji="0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sp>
        <p:nvSpPr>
          <p:cNvPr id="58" name="Google Shape;223;p52">
            <a:extLst>
              <a:ext uri="{FF2B5EF4-FFF2-40B4-BE49-F238E27FC236}">
                <a16:creationId xmlns:a16="http://schemas.microsoft.com/office/drawing/2014/main" id="{CC54871F-F8A1-6527-60CB-A6A834EB7CAB}"/>
              </a:ext>
            </a:extLst>
          </p:cNvPr>
          <p:cNvSpPr/>
          <p:nvPr/>
        </p:nvSpPr>
        <p:spPr>
          <a:xfrm>
            <a:off x="8306653" y="5885212"/>
            <a:ext cx="529260" cy="304953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9250" tIns="29250" rIns="29250" bIns="292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내용 취합 에이전트</a:t>
            </a:r>
            <a:endParaRPr kumimoji="0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3590A26-9F97-1143-C5F4-0A5D1AFDD4B7}"/>
              </a:ext>
            </a:extLst>
          </p:cNvPr>
          <p:cNvCxnSpPr>
            <a:cxnSpLocks/>
            <a:stCxn id="58" idx="3"/>
            <a:endCxn id="44" idx="1"/>
          </p:cNvCxnSpPr>
          <p:nvPr/>
        </p:nvCxnSpPr>
        <p:spPr>
          <a:xfrm>
            <a:off x="8835913" y="6037689"/>
            <a:ext cx="224754" cy="3297"/>
          </a:xfrm>
          <a:prstGeom prst="straightConnector1">
            <a:avLst/>
          </a:prstGeom>
          <a:ln w="6350">
            <a:solidFill>
              <a:schemeClr val="tx1"/>
            </a:solidFill>
            <a:tailEnd type="stealt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3" name="Google Shape;223;p52">
            <a:extLst>
              <a:ext uri="{FF2B5EF4-FFF2-40B4-BE49-F238E27FC236}">
                <a16:creationId xmlns:a16="http://schemas.microsoft.com/office/drawing/2014/main" id="{08DCEDAE-CEDF-5EE4-80E5-207880B6CDE1}"/>
              </a:ext>
            </a:extLst>
          </p:cNvPr>
          <p:cNvSpPr/>
          <p:nvPr/>
        </p:nvSpPr>
        <p:spPr>
          <a:xfrm>
            <a:off x="4643739" y="1974662"/>
            <a:ext cx="843974" cy="304953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9250" tIns="29250" rIns="29250" bIns="292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600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관리제도 및 작업허가제 운영 전문 에이전트</a:t>
            </a:r>
            <a:endParaRPr kumimoji="0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sp>
        <p:nvSpPr>
          <p:cNvPr id="64" name="Google Shape;223;p52">
            <a:extLst>
              <a:ext uri="{FF2B5EF4-FFF2-40B4-BE49-F238E27FC236}">
                <a16:creationId xmlns:a16="http://schemas.microsoft.com/office/drawing/2014/main" id="{3DD171BD-8DAF-9FC7-B640-BAB9AE5595F6}"/>
              </a:ext>
            </a:extLst>
          </p:cNvPr>
          <p:cNvSpPr/>
          <p:nvPr/>
        </p:nvSpPr>
        <p:spPr>
          <a:xfrm>
            <a:off x="5666795" y="1974662"/>
            <a:ext cx="843974" cy="304953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9250" tIns="29250" rIns="29250" bIns="292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600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방화구획 전문</a:t>
            </a:r>
            <a:endParaRPr lang="en-US" altLang="ko-KR" sz="600" dirty="0">
              <a:solidFill>
                <a:srgbClr val="393A3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에이전트</a:t>
            </a:r>
            <a:endParaRPr kumimoji="0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FEC9FA5E-6624-19E0-0FC9-0B7E21B08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419899"/>
              </p:ext>
            </p:extLst>
          </p:nvPr>
        </p:nvGraphicFramePr>
        <p:xfrm>
          <a:off x="4640919" y="2463446"/>
          <a:ext cx="846271" cy="110165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46271">
                  <a:extLst>
                    <a:ext uri="{9D8B030D-6E8A-4147-A177-3AD203B41FA5}">
                      <a16:colId xmlns:a16="http://schemas.microsoft.com/office/drawing/2014/main" val="1093819764"/>
                    </a:ext>
                  </a:extLst>
                </a:gridCol>
              </a:tblGrid>
              <a:tr h="187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검색어 리스트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534935"/>
                  </a:ext>
                </a:extLst>
              </a:tr>
              <a:tr h="187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작업허가제 관련 법규 및 가이드라인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321072"/>
                  </a:ext>
                </a:extLst>
              </a:tr>
              <a:tr h="187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전기 안전 관리 규정 및 표준 운영 절차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106820"/>
                  </a:ext>
                </a:extLst>
              </a:tr>
              <a:tr h="187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방화구획 관리 및 유지보수 기술 자료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025932"/>
                  </a:ext>
                </a:extLst>
              </a:tr>
            </a:tbl>
          </a:graphicData>
        </a:graphic>
      </p:graphicFrame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A45BB168-AAAC-5126-0BCD-18E6B031A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94680"/>
              </p:ext>
            </p:extLst>
          </p:nvPr>
        </p:nvGraphicFramePr>
        <p:xfrm>
          <a:off x="5670156" y="2463445"/>
          <a:ext cx="846271" cy="110165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46271">
                  <a:extLst>
                    <a:ext uri="{9D8B030D-6E8A-4147-A177-3AD203B41FA5}">
                      <a16:colId xmlns:a16="http://schemas.microsoft.com/office/drawing/2014/main" val="1093819764"/>
                    </a:ext>
                  </a:extLst>
                </a:gridCol>
              </a:tblGrid>
              <a:tr h="1872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600" dirty="0"/>
                        <a:t>검색어 리스트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534935"/>
                  </a:ext>
                </a:extLst>
              </a:tr>
              <a:tr h="187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방화구획 케이블 트레이 관련 법규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321072"/>
                  </a:ext>
                </a:extLst>
              </a:tr>
              <a:tr h="187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피난문</a:t>
                      </a:r>
                      <a:r>
                        <a:rPr lang="ko-KR" altLang="en-US" sz="600" dirty="0"/>
                        <a:t> 유효 폭 및 문턱 높이 기준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106820"/>
                  </a:ext>
                </a:extLst>
              </a:tr>
              <a:tr h="187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전기 안전을 위한 </a:t>
                      </a:r>
                      <a:r>
                        <a:rPr lang="ko-KR" altLang="en-US" sz="600" dirty="0" err="1"/>
                        <a:t>코드릴</a:t>
                      </a:r>
                      <a:r>
                        <a:rPr lang="ko-KR" altLang="en-US" sz="600" dirty="0"/>
                        <a:t> 및 콘센트 관련 규정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025932"/>
                  </a:ext>
                </a:extLst>
              </a:tr>
            </a:tbl>
          </a:graphicData>
        </a:graphic>
      </p:graphicFrame>
      <p:cxnSp>
        <p:nvCxnSpPr>
          <p:cNvPr id="69" name="Google Shape;245;p52">
            <a:extLst>
              <a:ext uri="{FF2B5EF4-FFF2-40B4-BE49-F238E27FC236}">
                <a16:creationId xmlns:a16="http://schemas.microsoft.com/office/drawing/2014/main" id="{C1F33954-919F-CA48-7984-3672A072026A}"/>
              </a:ext>
            </a:extLst>
          </p:cNvPr>
          <p:cNvCxnSpPr>
            <a:cxnSpLocks/>
            <a:stCxn id="67" idx="2"/>
            <a:endCxn id="6" idx="2"/>
          </p:cNvCxnSpPr>
          <p:nvPr/>
        </p:nvCxnSpPr>
        <p:spPr>
          <a:xfrm rot="5400000" flipH="1" flipV="1">
            <a:off x="5338221" y="2008407"/>
            <a:ext cx="1282525" cy="1830860"/>
          </a:xfrm>
          <a:prstGeom prst="bentConnector4">
            <a:avLst>
              <a:gd name="adj1" fmla="val -6044"/>
              <a:gd name="adj2" fmla="val 89351"/>
            </a:avLst>
          </a:prstGeom>
          <a:noFill/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76" name="Google Shape;245;p52">
            <a:extLst>
              <a:ext uri="{FF2B5EF4-FFF2-40B4-BE49-F238E27FC236}">
                <a16:creationId xmlns:a16="http://schemas.microsoft.com/office/drawing/2014/main" id="{7CD580C2-10CC-17B3-E4C5-985B65B9C550}"/>
              </a:ext>
            </a:extLst>
          </p:cNvPr>
          <p:cNvCxnSpPr>
            <a:cxnSpLocks/>
            <a:stCxn id="67" idx="2"/>
            <a:endCxn id="5" idx="2"/>
          </p:cNvCxnSpPr>
          <p:nvPr/>
        </p:nvCxnSpPr>
        <p:spPr>
          <a:xfrm rot="5400000" flipH="1" flipV="1">
            <a:off x="5548558" y="2218744"/>
            <a:ext cx="861851" cy="1830860"/>
          </a:xfrm>
          <a:prstGeom prst="bentConnector4">
            <a:avLst>
              <a:gd name="adj1" fmla="val -8995"/>
              <a:gd name="adj2" fmla="val 89351"/>
            </a:avLst>
          </a:prstGeom>
          <a:noFill/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81" name="Google Shape;245;p52">
            <a:extLst>
              <a:ext uri="{FF2B5EF4-FFF2-40B4-BE49-F238E27FC236}">
                <a16:creationId xmlns:a16="http://schemas.microsoft.com/office/drawing/2014/main" id="{5DD5D03A-4A21-8E6E-4CAB-AD4CC450095A}"/>
              </a:ext>
            </a:extLst>
          </p:cNvPr>
          <p:cNvCxnSpPr>
            <a:cxnSpLocks/>
            <a:stCxn id="68" idx="3"/>
            <a:endCxn id="6" idx="2"/>
          </p:cNvCxnSpPr>
          <p:nvPr/>
        </p:nvCxnSpPr>
        <p:spPr>
          <a:xfrm flipV="1">
            <a:off x="6516427" y="2282574"/>
            <a:ext cx="378487" cy="731697"/>
          </a:xfrm>
          <a:prstGeom prst="bentConnector3">
            <a:avLst>
              <a:gd name="adj1" fmla="val 50000"/>
            </a:avLst>
          </a:prstGeom>
          <a:noFill/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84" name="Google Shape;245;p52">
            <a:extLst>
              <a:ext uri="{FF2B5EF4-FFF2-40B4-BE49-F238E27FC236}">
                <a16:creationId xmlns:a16="http://schemas.microsoft.com/office/drawing/2014/main" id="{6975FD10-F9DC-62FB-D197-E0046832060C}"/>
              </a:ext>
            </a:extLst>
          </p:cNvPr>
          <p:cNvCxnSpPr>
            <a:cxnSpLocks/>
            <a:stCxn id="68" idx="3"/>
            <a:endCxn id="5" idx="2"/>
          </p:cNvCxnSpPr>
          <p:nvPr/>
        </p:nvCxnSpPr>
        <p:spPr>
          <a:xfrm flipV="1">
            <a:off x="6516427" y="2703248"/>
            <a:ext cx="378487" cy="311023"/>
          </a:xfrm>
          <a:prstGeom prst="bentConnector3">
            <a:avLst>
              <a:gd name="adj1" fmla="val 50000"/>
            </a:avLst>
          </a:prstGeom>
          <a:noFill/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3739566-71F3-32DF-6BE5-616B782084DA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5064054" y="2279615"/>
            <a:ext cx="1672" cy="183831"/>
          </a:xfrm>
          <a:prstGeom prst="straightConnector1">
            <a:avLst/>
          </a:prstGeom>
          <a:ln w="6350">
            <a:solidFill>
              <a:schemeClr val="tx1"/>
            </a:solidFill>
            <a:tailEnd type="stealt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0D9EE256-4B3D-3FB1-358D-4AED91199691}"/>
              </a:ext>
            </a:extLst>
          </p:cNvPr>
          <p:cNvCxnSpPr>
            <a:cxnSpLocks/>
            <a:stCxn id="64" idx="2"/>
            <a:endCxn id="68" idx="0"/>
          </p:cNvCxnSpPr>
          <p:nvPr/>
        </p:nvCxnSpPr>
        <p:spPr>
          <a:xfrm>
            <a:off x="6088782" y="2279615"/>
            <a:ext cx="4509" cy="183830"/>
          </a:xfrm>
          <a:prstGeom prst="straightConnector1">
            <a:avLst/>
          </a:prstGeom>
          <a:ln w="6350">
            <a:solidFill>
              <a:schemeClr val="tx1"/>
            </a:solidFill>
            <a:tailEnd type="stealt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DEC40C3C-0637-A0FA-9F04-B4516999F306}"/>
              </a:ext>
            </a:extLst>
          </p:cNvPr>
          <p:cNvSpPr txBox="1"/>
          <p:nvPr/>
        </p:nvSpPr>
        <p:spPr>
          <a:xfrm>
            <a:off x="5014623" y="2290074"/>
            <a:ext cx="7286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검색어 생성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2D46471-4C0C-4DDE-79DE-83A8A6DFCF36}"/>
              </a:ext>
            </a:extLst>
          </p:cNvPr>
          <p:cNvSpPr txBox="1"/>
          <p:nvPr/>
        </p:nvSpPr>
        <p:spPr>
          <a:xfrm>
            <a:off x="6037096" y="2284415"/>
            <a:ext cx="7286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검색어 생성</a:t>
            </a:r>
          </a:p>
        </p:txBody>
      </p:sp>
      <p:sp>
        <p:nvSpPr>
          <p:cNvPr id="118" name="Google Shape;223;p52">
            <a:extLst>
              <a:ext uri="{FF2B5EF4-FFF2-40B4-BE49-F238E27FC236}">
                <a16:creationId xmlns:a16="http://schemas.microsoft.com/office/drawing/2014/main" id="{87F22FD3-3AA7-6D3E-DED5-70BDBAACF1F6}"/>
              </a:ext>
            </a:extLst>
          </p:cNvPr>
          <p:cNvSpPr/>
          <p:nvPr/>
        </p:nvSpPr>
        <p:spPr>
          <a:xfrm>
            <a:off x="8118316" y="1966270"/>
            <a:ext cx="966033" cy="155139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9250" tIns="29250" rIns="29250" bIns="292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기존보고서</a:t>
            </a:r>
            <a:endParaRPr kumimoji="0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sp>
        <p:nvSpPr>
          <p:cNvPr id="119" name="Google Shape;223;p52">
            <a:extLst>
              <a:ext uri="{FF2B5EF4-FFF2-40B4-BE49-F238E27FC236}">
                <a16:creationId xmlns:a16="http://schemas.microsoft.com/office/drawing/2014/main" id="{183A7206-9DCC-ECB4-CB74-A8E5CDCFC677}"/>
              </a:ext>
            </a:extLst>
          </p:cNvPr>
          <p:cNvSpPr/>
          <p:nvPr/>
        </p:nvSpPr>
        <p:spPr>
          <a:xfrm>
            <a:off x="8118315" y="2724216"/>
            <a:ext cx="966033" cy="729919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9250" tIns="29250" rIns="29250" bIns="2925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수정된 보고서</a:t>
            </a: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lang="en-US" altLang="ko-KR" sz="600" noProof="0" dirty="0">
              <a:solidFill>
                <a:srgbClr val="393A3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altLang="ko-KR" sz="600" noProof="0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1)</a:t>
            </a:r>
            <a:r>
              <a:rPr lang="ko-KR" altLang="en-US" sz="600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 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근거 기반 위험 분석 내용으로 </a:t>
            </a:r>
            <a:r>
              <a:rPr lang="ko-KR" altLang="en-US" sz="600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보고서 구체화</a:t>
            </a: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2)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 다양한 방법의 해결책 모색하여 </a:t>
            </a:r>
            <a:r>
              <a:rPr lang="ko-KR" altLang="en-US" sz="600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보고서 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고도화</a:t>
            </a:r>
            <a:endParaRPr kumimoji="0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20799FF-4445-0214-11CE-8D57FEE8EF21}"/>
              </a:ext>
            </a:extLst>
          </p:cNvPr>
          <p:cNvSpPr txBox="1"/>
          <p:nvPr/>
        </p:nvSpPr>
        <p:spPr>
          <a:xfrm>
            <a:off x="4527067" y="1583592"/>
            <a:ext cx="509972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900" b="1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각 에이전트마다 검색어 쿼리를 생성하여 보고서 품질 확보에 필요한 문서 검색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sp>
        <p:nvSpPr>
          <p:cNvPr id="121" name="Google Shape;223;p52">
            <a:extLst>
              <a:ext uri="{FF2B5EF4-FFF2-40B4-BE49-F238E27FC236}">
                <a16:creationId xmlns:a16="http://schemas.microsoft.com/office/drawing/2014/main" id="{C3F0E996-3836-3CC6-A238-555DCA2D3896}"/>
              </a:ext>
            </a:extLst>
          </p:cNvPr>
          <p:cNvSpPr/>
          <p:nvPr/>
        </p:nvSpPr>
        <p:spPr>
          <a:xfrm>
            <a:off x="8118315" y="2322117"/>
            <a:ext cx="966033" cy="230832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9250" tIns="29250" rIns="29250" bIns="292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93A3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방화기준 및 권장사항</a:t>
            </a: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600" dirty="0">
                <a:solidFill>
                  <a:srgbClr val="393A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Gothic"/>
                <a:sym typeface="Nanum Gothic"/>
              </a:rPr>
              <a:t>문서</a:t>
            </a:r>
            <a:endParaRPr kumimoji="0" sz="600" b="0" i="0" u="none" strike="noStrike" kern="0" cap="none" spc="0" normalizeH="0" baseline="0" noProof="0" dirty="0">
              <a:ln>
                <a:noFill/>
              </a:ln>
              <a:solidFill>
                <a:srgbClr val="393A3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Gothic"/>
              <a:sym typeface="Nanum Gothic"/>
            </a:endParaRPr>
          </a:p>
        </p:txBody>
      </p:sp>
      <p:cxnSp>
        <p:nvCxnSpPr>
          <p:cNvPr id="122" name="Google Shape;245;p52">
            <a:extLst>
              <a:ext uri="{FF2B5EF4-FFF2-40B4-BE49-F238E27FC236}">
                <a16:creationId xmlns:a16="http://schemas.microsoft.com/office/drawing/2014/main" id="{7C66FEEC-4E74-6F44-8F8C-5C04ACEBA42C}"/>
              </a:ext>
            </a:extLst>
          </p:cNvPr>
          <p:cNvCxnSpPr>
            <a:cxnSpLocks/>
            <a:stCxn id="6" idx="4"/>
            <a:endCxn id="121" idx="1"/>
          </p:cNvCxnSpPr>
          <p:nvPr/>
        </p:nvCxnSpPr>
        <p:spPr>
          <a:xfrm>
            <a:off x="7538050" y="2282574"/>
            <a:ext cx="580265" cy="154959"/>
          </a:xfrm>
          <a:prstGeom prst="bentConnector3">
            <a:avLst>
              <a:gd name="adj1" fmla="val 50000"/>
            </a:avLst>
          </a:prstGeom>
          <a:noFill/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26" name="Google Shape;245;p52">
            <a:extLst>
              <a:ext uri="{FF2B5EF4-FFF2-40B4-BE49-F238E27FC236}">
                <a16:creationId xmlns:a16="http://schemas.microsoft.com/office/drawing/2014/main" id="{B95F712D-A39F-BB5A-71E4-A0F14F15DC81}"/>
              </a:ext>
            </a:extLst>
          </p:cNvPr>
          <p:cNvCxnSpPr>
            <a:cxnSpLocks/>
            <a:stCxn id="5" idx="4"/>
            <a:endCxn id="121" idx="1"/>
          </p:cNvCxnSpPr>
          <p:nvPr/>
        </p:nvCxnSpPr>
        <p:spPr>
          <a:xfrm flipV="1">
            <a:off x="7540398" y="2437533"/>
            <a:ext cx="577917" cy="265715"/>
          </a:xfrm>
          <a:prstGeom prst="bentConnector3">
            <a:avLst>
              <a:gd name="adj1" fmla="val 50000"/>
            </a:avLst>
          </a:prstGeom>
          <a:noFill/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6A974478-2CB5-BBD9-0BE5-2CDAFCE9182D}"/>
              </a:ext>
            </a:extLst>
          </p:cNvPr>
          <p:cNvCxnSpPr>
            <a:cxnSpLocks/>
            <a:stCxn id="118" idx="2"/>
            <a:endCxn id="121" idx="0"/>
          </p:cNvCxnSpPr>
          <p:nvPr/>
        </p:nvCxnSpPr>
        <p:spPr>
          <a:xfrm flipH="1">
            <a:off x="8601332" y="2121409"/>
            <a:ext cx="1" cy="200708"/>
          </a:xfrm>
          <a:prstGeom prst="straightConnector1">
            <a:avLst/>
          </a:prstGeom>
          <a:ln w="6350">
            <a:solidFill>
              <a:schemeClr val="tx1"/>
            </a:solidFill>
            <a:tailEnd type="stealt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7735E0D9-EAED-F07C-8EF0-EDC086CA7B4A}"/>
              </a:ext>
            </a:extLst>
          </p:cNvPr>
          <p:cNvCxnSpPr>
            <a:cxnSpLocks/>
            <a:stCxn id="121" idx="2"/>
            <a:endCxn id="119" idx="0"/>
          </p:cNvCxnSpPr>
          <p:nvPr/>
        </p:nvCxnSpPr>
        <p:spPr>
          <a:xfrm>
            <a:off x="8601332" y="2552949"/>
            <a:ext cx="0" cy="171267"/>
          </a:xfrm>
          <a:prstGeom prst="straightConnector1">
            <a:avLst/>
          </a:prstGeom>
          <a:ln w="6350">
            <a:solidFill>
              <a:schemeClr val="tx1"/>
            </a:solidFill>
            <a:tailEnd type="stealt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348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8E83-5CF7-9590-1D07-FE883835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1C9AFE3-2075-8660-E6A8-3C3039D23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89" y="1087604"/>
            <a:ext cx="9010848" cy="431800"/>
          </a:xfrm>
        </p:spPr>
        <p:txBody>
          <a:bodyPr/>
          <a:lstStyle/>
          <a:p>
            <a:r>
              <a:rPr lang="ko-KR" altLang="en-US" sz="1600" b="1" dirty="0" err="1"/>
              <a:t>이예영</a:t>
            </a:r>
            <a:r>
              <a:rPr lang="ko-KR" altLang="en-US" sz="1600" b="1" dirty="0"/>
              <a:t> 매니저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8FF2910-CA76-BEF1-A8D7-52DACA7E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투입 인력 프로필 상세</a:t>
            </a:r>
            <a:r>
              <a:rPr lang="en-US" altLang="ko-KR" dirty="0"/>
              <a:t> (9/11)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78DCEE-139E-D65C-13B8-D4BCAE3753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B9604-6E7F-7F15-EB0B-2E819E81A5BC}"/>
              </a:ext>
            </a:extLst>
          </p:cNvPr>
          <p:cNvSpPr txBox="1"/>
          <p:nvPr/>
        </p:nvSpPr>
        <p:spPr>
          <a:xfrm>
            <a:off x="6550413" y="112124"/>
            <a:ext cx="3114202" cy="2616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en-US" altLang="ko-KR" sz="1100" b="1" i="0" u="none" strike="noStrike" cap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III. </a:t>
            </a:r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제안내용</a:t>
            </a:r>
            <a:r>
              <a:rPr lang="en-US" altLang="ko-KR" sz="1100" b="1" i="0" u="none" strike="noStrike" cap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&gt; 2. </a:t>
            </a:r>
            <a:r>
              <a:rPr lang="ko-KR" altLang="en-US" sz="1100" b="1" i="0" u="none" strike="noStrike" cap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상세</a:t>
            </a:r>
            <a:r>
              <a:rPr lang="en-US" altLang="ko-KR" sz="1100" b="1" i="0" u="none" strike="noStrike" cap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 </a:t>
            </a:r>
            <a:r>
              <a:rPr lang="ko-KR" altLang="en-US" sz="1100" b="1" i="0" u="none" strike="noStrike" cap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rPr>
              <a:t>수행방안</a:t>
            </a:r>
          </a:p>
        </p:txBody>
      </p:sp>
      <p:graphicFrame>
        <p:nvGraphicFramePr>
          <p:cNvPr id="5" name="Google Shape;65;p6">
            <a:extLst>
              <a:ext uri="{FF2B5EF4-FFF2-40B4-BE49-F238E27FC236}">
                <a16:creationId xmlns:a16="http://schemas.microsoft.com/office/drawing/2014/main" id="{E3416C8E-F814-2B99-4A5C-41FCC6943D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1697678"/>
              </p:ext>
            </p:extLst>
          </p:nvPr>
        </p:nvGraphicFramePr>
        <p:xfrm>
          <a:off x="651553" y="1716344"/>
          <a:ext cx="8540094" cy="96653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6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2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34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26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1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79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59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3295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775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2217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성명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80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이예영</a:t>
                      </a:r>
                      <a:endParaRPr sz="8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소속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㈜</a:t>
                      </a:r>
                      <a:r>
                        <a:rPr lang="ko-KR" sz="800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제논</a:t>
                      </a:r>
                      <a:endParaRPr sz="8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직위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매니저</a:t>
                      </a:r>
                      <a:endParaRPr lang="en-US" altLang="ko-KR" sz="8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</a:t>
                      </a:r>
                      <a:r>
                        <a:rPr lang="en-US" sz="80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GenOS</a:t>
                      </a:r>
                      <a:r>
                        <a:rPr lang="en-US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Engineer)</a:t>
                      </a:r>
                      <a:endParaRPr sz="8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자격증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정보처리기사</a:t>
                      </a:r>
                      <a:endParaRPr sz="8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기술등급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초급</a:t>
                      </a:r>
                      <a:endParaRPr sz="8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17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연령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만 </a:t>
                      </a:r>
                      <a:r>
                        <a:rPr lang="en-US" altLang="ko-KR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26</a:t>
                      </a:r>
                      <a:r>
                        <a:rPr lang="ko-KR" altLang="en-US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세</a:t>
                      </a:r>
                      <a:endParaRPr sz="8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최종학교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(학위</a:t>
                      </a:r>
                      <a:r>
                        <a:rPr lang="ko-KR" sz="8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고려대학교</a:t>
                      </a:r>
                      <a:r>
                        <a:rPr lang="en-US" altLang="ko-KR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</a:t>
                      </a:r>
                      <a:r>
                        <a:rPr lang="ko-KR" altLang="en-US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학사</a:t>
                      </a:r>
                      <a:r>
                        <a:rPr lang="en-US" altLang="ko-KR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</a:t>
                      </a:r>
                      <a:endParaRPr sz="8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전공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4303" marR="74303" marT="37152" marB="37152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8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사학과</a:t>
                      </a:r>
                      <a:endParaRPr sz="8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4303" marR="74303" marT="37152" marB="37152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해당분야 근무경력           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8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17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본 사업 참여기간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34" charset="-128"/>
                          <a:ea typeface="Noto Sans KR" panose="020B0200000000000000" pitchFamily="34" charset="-128"/>
                        </a:rPr>
                        <a:t>5.5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34" charset="-128"/>
                          <a:ea typeface="Noto Sans KR" panose="020B0200000000000000" pitchFamily="34" charset="-128"/>
                        </a:rPr>
                        <a:t>개월</a:t>
                      </a: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anum Gothic"/>
                        <a:buNone/>
                      </a:pPr>
                      <a:r>
                        <a:rPr lang="ko-KR" sz="800" b="0" i="0" u="none" strike="noStrike" cap="none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참여업무</a:t>
                      </a:r>
                      <a:endParaRPr sz="800" b="0" i="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4303" marR="74303" marT="37152" marB="37152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5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800" b="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AI </a:t>
                      </a:r>
                      <a:r>
                        <a:rPr lang="ko-KR" altLang="en-US" sz="800" b="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개발</a:t>
                      </a: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oogle Shape;66;p6">
            <a:extLst>
              <a:ext uri="{FF2B5EF4-FFF2-40B4-BE49-F238E27FC236}">
                <a16:creationId xmlns:a16="http://schemas.microsoft.com/office/drawing/2014/main" id="{A865D983-811A-800B-A29D-425582CAC7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801483"/>
              </p:ext>
            </p:extLst>
          </p:nvPr>
        </p:nvGraphicFramePr>
        <p:xfrm>
          <a:off x="651553" y="2749793"/>
          <a:ext cx="8533078" cy="3394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49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5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6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8956">
                <a:tc gridSpan="5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b="0" u="none" strike="noStrike" cap="none">
                          <a:solidFill>
                            <a:srgbClr val="000000"/>
                          </a:solidFill>
                          <a:latin typeface="Noto Sans KR" panose="020B0200000000000000" pitchFamily="34" charset="-128"/>
                          <a:ea typeface="Noto Sans KR" panose="020B0200000000000000" pitchFamily="34" charset="-128"/>
                          <a:cs typeface="Noto Sans KR"/>
                          <a:sym typeface="Noto Sans KR"/>
                        </a:rPr>
                        <a:t>관 련 분 야 경 력 사 항</a:t>
                      </a:r>
                      <a:endParaRPr sz="800" b="0" u="none" strike="noStrike" cap="none">
                        <a:solidFill>
                          <a:srgbClr val="000000"/>
                        </a:solidFill>
                        <a:latin typeface="Noto Sans KR" panose="020B0200000000000000" pitchFamily="34" charset="-128"/>
                        <a:ea typeface="Noto Sans KR" panose="020B0200000000000000" pitchFamily="34" charset="-128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9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>
                          <a:solidFill>
                            <a:srgbClr val="000000"/>
                          </a:solidFill>
                          <a:latin typeface="Noto Sans KR" panose="020B0200000000000000" pitchFamily="34" charset="-128"/>
                          <a:ea typeface="Noto Sans KR" panose="020B0200000000000000" pitchFamily="34" charset="-128"/>
                          <a:cs typeface="Noto Sans KR"/>
                          <a:sym typeface="Noto Sans KR"/>
                        </a:rPr>
                        <a:t>사업명</a:t>
                      </a:r>
                      <a:endParaRPr sz="800" u="none" strike="noStrike" cap="none">
                        <a:latin typeface="Noto Sans KR" panose="020B0200000000000000" pitchFamily="34" charset="-128"/>
                        <a:ea typeface="Noto Sans KR" panose="020B0200000000000000" pitchFamily="34" charset="-128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>
                          <a:solidFill>
                            <a:srgbClr val="000000"/>
                          </a:solidFill>
                          <a:latin typeface="Noto Sans KR" panose="020B0200000000000000" pitchFamily="34" charset="-128"/>
                          <a:ea typeface="Noto Sans KR" panose="020B0200000000000000" pitchFamily="34" charset="-128"/>
                          <a:cs typeface="Noto Sans KR"/>
                          <a:sym typeface="Noto Sans KR"/>
                        </a:rPr>
                        <a:t>발주처</a:t>
                      </a:r>
                      <a:endParaRPr sz="800" u="none" strike="noStrike" cap="none">
                        <a:latin typeface="Noto Sans KR" panose="020B0200000000000000" pitchFamily="34" charset="-128"/>
                        <a:ea typeface="Noto Sans KR" panose="020B0200000000000000" pitchFamily="34" charset="-128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 dirty="0">
                          <a:solidFill>
                            <a:srgbClr val="000000"/>
                          </a:solidFill>
                          <a:latin typeface="Noto Sans KR" panose="020B0200000000000000" pitchFamily="34" charset="-128"/>
                          <a:ea typeface="Noto Sans KR" panose="020B0200000000000000" pitchFamily="34" charset="-128"/>
                          <a:cs typeface="Noto Sans KR"/>
                          <a:sym typeface="Noto Sans KR"/>
                        </a:rPr>
                        <a:t>참여기간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Noto Sans KR" panose="020B0200000000000000" pitchFamily="34" charset="-128"/>
                        <a:ea typeface="Noto Sans KR" panose="020B0200000000000000" pitchFamily="34" charset="-128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>
                          <a:latin typeface="Noto Sans KR" panose="020B0200000000000000" pitchFamily="34" charset="-128"/>
                          <a:ea typeface="Noto Sans KR" panose="020B0200000000000000" pitchFamily="34" charset="-128"/>
                          <a:cs typeface="Noto Sans KR"/>
                          <a:sym typeface="Noto Sans KR"/>
                        </a:rPr>
                        <a:t>담당업무</a:t>
                      </a:r>
                      <a:endParaRPr sz="800" u="none" strike="noStrike" cap="none">
                        <a:latin typeface="Noto Sans KR" panose="020B0200000000000000" pitchFamily="34" charset="-128"/>
                        <a:ea typeface="Noto Sans KR" panose="020B0200000000000000" pitchFamily="34" charset="-128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800" u="none" strike="noStrike" cap="none">
                          <a:solidFill>
                            <a:srgbClr val="000000"/>
                          </a:solidFill>
                          <a:latin typeface="Noto Sans KR" panose="020B0200000000000000" pitchFamily="34" charset="-128"/>
                          <a:ea typeface="Noto Sans KR" panose="020B0200000000000000" pitchFamily="34" charset="-128"/>
                          <a:cs typeface="Noto Sans KR"/>
                          <a:sym typeface="Noto Sans KR"/>
                        </a:rPr>
                        <a:t>비 고</a:t>
                      </a:r>
                      <a:endParaRPr sz="800" u="none" strike="noStrike" cap="none">
                        <a:latin typeface="Noto Sans KR" panose="020B0200000000000000" pitchFamily="34" charset="-128"/>
                        <a:ea typeface="Noto Sans KR" panose="020B0200000000000000" pitchFamily="34" charset="-128"/>
                        <a:cs typeface="Noto Sans KR"/>
                        <a:sym typeface="Noto Sans KR"/>
                      </a:endParaRPr>
                    </a:p>
                  </a:txBody>
                  <a:tcPr marL="49969" marR="49969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956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인도네시아 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쁘라따마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나이키 운동화 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아웃솔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외관검수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모델 개발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제논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(</a:t>
                      </a: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Genon)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5139" marR="5139" marT="51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.08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~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2025.08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5139" marR="5139" marT="51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이미지 데이터 레이블링</a:t>
                      </a:r>
                    </a:p>
                  </a:txBody>
                  <a:tcPr marL="6191" marR="6191" marT="6191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200" dirty="0">
                        <a:effectLst/>
                      </a:endParaRPr>
                    </a:p>
                  </a:txBody>
                  <a:tcPr marL="38100" marR="3810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956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어시스턴트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PoC</a:t>
                      </a:r>
                      <a:endParaRPr lang="ko-KR" altLang="en-US"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 marL="7739" marR="7739" marT="7739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세현</a:t>
                      </a:r>
                      <a:r>
                        <a:rPr lang="en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ICT</a:t>
                      </a:r>
                    </a:p>
                  </a:txBody>
                  <a:tcPr marL="7739" marR="7739" marT="77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.08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~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2025.08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5139" marR="5139" marT="51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채팅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App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QA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및 </a:t>
                      </a:r>
                      <a:r>
                        <a:rPr lang="en-US" altLang="ko-KR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VectorDB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수정</a:t>
                      </a:r>
                    </a:p>
                  </a:txBody>
                  <a:tcPr marL="6191" marR="6191" marT="6191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dirty="0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48681"/>
                  </a:ext>
                </a:extLst>
              </a:tr>
              <a:tr h="238956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RAG 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챗봇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PoC</a:t>
                      </a:r>
                      <a:endParaRPr lang="ko-KR" altLang="en-US"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 marL="7739" marR="7739" marT="7739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한국투자공사</a:t>
                      </a:r>
                    </a:p>
                  </a:txBody>
                  <a:tcPr marL="7739" marR="7739" marT="77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2025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.08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~ 2025.08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 marL="5139" marR="5139" marT="51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채팅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App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QA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및 </a:t>
                      </a:r>
                      <a:r>
                        <a:rPr lang="en-US" altLang="ko-KR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VectorDB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수정</a:t>
                      </a:r>
                    </a:p>
                  </a:txBody>
                  <a:tcPr marL="6191" marR="6191" marT="6191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dirty="0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956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WebRTC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를 활용한 동영상 시청 공유 플랫폼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삼성청년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SW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아카데미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(SSAFY)</a:t>
                      </a:r>
                    </a:p>
                  </a:txBody>
                  <a:tcPr marL="6191" marR="6191" marT="6191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.07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~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2025.07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5139" marR="5139" marT="51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와이어프레임 및 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목업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제작</a:t>
                      </a:r>
                    </a:p>
                  </a:txBody>
                  <a:tcPr marL="6191" marR="6191" marT="6191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dirty="0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956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중장기 금융 목표 관리를 위한 웹 서비스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삼성청년</a:t>
                      </a:r>
                      <a:r>
                        <a:rPr kumimoji="0" lang="en-US" altLang="ko-KR" sz="7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SW</a:t>
                      </a:r>
                      <a:r>
                        <a:rPr kumimoji="0" lang="ko-KR" altLang="en-US" sz="7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아카데미</a:t>
                      </a:r>
                      <a:r>
                        <a:rPr kumimoji="0" lang="en-US" altLang="ko-KR" sz="7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(SSAFY)</a:t>
                      </a:r>
                      <a:endPara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 marL="6191" marR="6191" marT="6191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.05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~ 2025.05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5139" marR="5139" marT="51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LLM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챗봇∙프론트엔드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개발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dirty="0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956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RAG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파이프라인을 이용한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IT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분야 취업준비생 맞춤형 피드백 서비스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삼성청년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SW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아카데미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(SSAFY)</a:t>
                      </a:r>
                    </a:p>
                  </a:txBody>
                  <a:tcPr marL="6191" marR="6191" marT="6191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.03~ 2025.05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5139" marR="5139" marT="51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RAG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파이프라인 구축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dirty="0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956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물류 데이터 이동 시간 예측 머신 모델 구축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University College Maastricht</a:t>
                      </a:r>
                      <a:endParaRPr lang="ko-KR" altLang="en-US"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 marL="6191" marR="6191" marT="6191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2023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.05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~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2023.05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7739" marR="7739" marT="77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EDA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및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ML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모델 구축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dirty="0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956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인사평가의 공정성에 관한 피평가자의 인식 및 실태 조사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레몬베이스</a:t>
                      </a:r>
                    </a:p>
                  </a:txBody>
                  <a:tcPr marL="6191" marR="6191" marT="6191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2022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.08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noProof="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~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2022.11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7739" marR="7739" marT="77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데이터 수집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답변 분석 및 시각화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dirty="0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956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OTT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서비스 수익률 비교 및 예측 모델 구축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모두의 연구소</a:t>
                      </a:r>
                    </a:p>
                  </a:txBody>
                  <a:tcPr marL="6191" marR="6191" marT="6191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2022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.03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noProof="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~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2022.03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7739" marR="7739" marT="7739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데이터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EDA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및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ML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모델 구축</a:t>
                      </a:r>
                    </a:p>
                  </a:txBody>
                  <a:tcPr marL="6191" marR="6191" marT="6191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dirty="0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95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200" dirty="0">
                        <a:effectLst/>
                      </a:endParaRPr>
                    </a:p>
                  </a:txBody>
                  <a:tcPr marL="38100" marR="38100" marT="95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200" dirty="0">
                        <a:effectLst/>
                      </a:endParaRPr>
                    </a:p>
                  </a:txBody>
                  <a:tcPr marL="38100" marR="38100" marT="952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200" dirty="0">
                        <a:effectLst/>
                      </a:endParaRPr>
                    </a:p>
                  </a:txBody>
                  <a:tcPr marL="38100" marR="38100" marT="952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buFont typeface="Arial" panose="020B0604020202020204" pitchFamily="34" charset="0"/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Noto Sans Symbols" pitchFamily="2" charset="0"/>
                      </a:endParaRPr>
                    </a:p>
                  </a:txBody>
                  <a:tcPr marL="38100" marR="38100" marT="95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200" dirty="0">
                        <a:effectLst/>
                      </a:endParaRPr>
                    </a:p>
                  </a:txBody>
                  <a:tcPr marL="38100" marR="38100" marT="952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95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200" dirty="0">
                        <a:effectLst/>
                      </a:endParaRPr>
                    </a:p>
                  </a:txBody>
                  <a:tcPr marL="38100" marR="38100" marT="95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200" dirty="0">
                        <a:effectLst/>
                      </a:endParaRPr>
                    </a:p>
                  </a:txBody>
                  <a:tcPr marL="38100" marR="38100" marT="952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200">
                        <a:effectLst/>
                      </a:endParaRPr>
                    </a:p>
                  </a:txBody>
                  <a:tcPr marL="38100" marR="38100" marT="952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buFont typeface="Arial" panose="020B0604020202020204" pitchFamily="34" charset="0"/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Noto Sans Symbols" pitchFamily="2" charset="0"/>
                      </a:endParaRPr>
                    </a:p>
                  </a:txBody>
                  <a:tcPr marL="38100" marR="38100" marT="95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200" dirty="0">
                        <a:effectLst/>
                      </a:endParaRPr>
                    </a:p>
                  </a:txBody>
                  <a:tcPr marL="38100" marR="38100" marT="952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00070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296,35,업무정의 – 서양식 개정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5tzuFjxW0eRDO8M5ZiWw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fr4rlNw8EOofYfnL8035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yjjbLt5jkGbnPALVjl2Q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XLjPeCOp0msvNCEWzRj4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5tzuFjxW0eRDO8M5ZiWw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fr4rlNw8EOofYfnL8035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yjjbLt5jkGbnPALVjl2Q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XLjPeCOp0msvNCEWzRj4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5tzuFjxW0eRDO8M5ZiWw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fr4rlNw8EOofYfnL8035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yjjbLt5jkGbnPALVjl2Q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XLjPeCOp0msvNCEWzRj4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qZ05.ghE6m9aO2IO8rng"/>
</p:tagLst>
</file>

<file path=ppt/theme/theme1.xml><?xml version="1.0" encoding="utf-8"?>
<a:theme xmlns:a="http://schemas.openxmlformats.org/drawingml/2006/main" name="1_Samil PwC">
  <a:themeElements>
    <a:clrScheme name="삼성화재보험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003CDC"/>
      </a:accent1>
      <a:accent2>
        <a:srgbClr val="5BC2E7"/>
      </a:accent2>
      <a:accent3>
        <a:srgbClr val="8E8C8A"/>
      </a:accent3>
      <a:accent4>
        <a:srgbClr val="C00000"/>
      </a:accent4>
      <a:accent5>
        <a:srgbClr val="001E6E"/>
      </a:accent5>
      <a:accent6>
        <a:srgbClr val="003399"/>
      </a:accent6>
      <a:hlink>
        <a:srgbClr val="0070C0"/>
      </a:hlink>
      <a:folHlink>
        <a:srgbClr val="7030A0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/>
      </a:spPr>
      <a:bodyPr rtlCol="0" anchor="ctr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 anchor="ctr" anchorCtr="0">
        <a:spAutoFit/>
      </a:bodyPr>
      <a:lstStyle>
        <a:defPPr algn="l">
          <a:defRPr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Samil PwC">
  <a:themeElements>
    <a:clrScheme name="삼성화재보험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003CDC"/>
      </a:accent1>
      <a:accent2>
        <a:srgbClr val="5BC2E7"/>
      </a:accent2>
      <a:accent3>
        <a:srgbClr val="8E8C8A"/>
      </a:accent3>
      <a:accent4>
        <a:srgbClr val="C00000"/>
      </a:accent4>
      <a:accent5>
        <a:srgbClr val="001E6E"/>
      </a:accent5>
      <a:accent6>
        <a:srgbClr val="003399"/>
      </a:accent6>
      <a:hlink>
        <a:srgbClr val="0070C0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 sz="1000" b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 anchorCtr="0">
        <a:spAutoFit/>
      </a:bodyPr>
      <a:lstStyle>
        <a:defPPr algn="l">
          <a:defRPr sz="1000" dirty="0" smtClean="0">
            <a:latin typeface="+mn-ea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B536A"/>
      </a:accent5>
      <a:accent6>
        <a:srgbClr val="464646"/>
      </a:accent6>
      <a:hlink>
        <a:srgbClr val="D04A02"/>
      </a:hlink>
      <a:folHlink>
        <a:srgbClr val="DB53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사용자 지정 1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003CDC"/>
      </a:accent1>
      <a:accent2>
        <a:srgbClr val="5BC2E7"/>
      </a:accent2>
      <a:accent3>
        <a:srgbClr val="8E8C8A"/>
      </a:accent3>
      <a:accent4>
        <a:srgbClr val="987956"/>
      </a:accent4>
      <a:accent5>
        <a:srgbClr val="001E6E"/>
      </a:accent5>
      <a:accent6>
        <a:srgbClr val="BAD739"/>
      </a:accent6>
      <a:hlink>
        <a:srgbClr val="0070C0"/>
      </a:hlink>
      <a:folHlink>
        <a:srgbClr val="7030A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1608d8-74a1-4f45-9a84-3db03c61353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CCF246F4D0E468F72CAD43A9FE80D" ma:contentTypeVersion="6" ma:contentTypeDescription="Create a new document." ma:contentTypeScope="" ma:versionID="f1ad2dd316e0f67dbda56fc1417a641f">
  <xsd:schema xmlns:xsd="http://www.w3.org/2001/XMLSchema" xmlns:xs="http://www.w3.org/2001/XMLSchema" xmlns:p="http://schemas.microsoft.com/office/2006/metadata/properties" xmlns:ns3="c11608d8-74a1-4f45-9a84-3db03c613537" targetNamespace="http://schemas.microsoft.com/office/2006/metadata/properties" ma:root="true" ma:fieldsID="3431ba7d28c0868db71e3c894708120f" ns3:_="">
    <xsd:import namespace="c11608d8-74a1-4f45-9a84-3db03c61353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608d8-74a1-4f45-9a84-3db03c61353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DB3749-23B4-4A96-AAD5-65515C488B6F}">
  <ds:schemaRefs>
    <ds:schemaRef ds:uri="http://www.w3.org/XML/1998/namespace"/>
    <ds:schemaRef ds:uri="c11608d8-74a1-4f45-9a84-3db03c613537"/>
    <ds:schemaRef ds:uri="http://purl.org/dc/terms/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7C156CD-452D-4753-AA6D-705B9F88E41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11608d8-74a1-4f45-9a84-3db03c613537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7CE1B6-175A-466F-ACDB-3C8A0774A3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6317</TotalTime>
  <Words>892</Words>
  <Application>Microsoft Macintosh PowerPoint</Application>
  <PresentationFormat>A4 용지(210x297mm)</PresentationFormat>
  <Paragraphs>192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5" baseType="lpstr">
      <vt:lpstr>나눔고딕</vt:lpstr>
      <vt:lpstr>나눔고딕 ExtraBold</vt:lpstr>
      <vt:lpstr>Malgun Gothic</vt:lpstr>
      <vt:lpstr>Malgun Gothic</vt:lpstr>
      <vt:lpstr>Nanum Gothic</vt:lpstr>
      <vt:lpstr>Noto Sans KR</vt:lpstr>
      <vt:lpstr>Noto Sans Symbols</vt:lpstr>
      <vt:lpstr>Arial</vt:lpstr>
      <vt:lpstr>Georgia</vt:lpstr>
      <vt:lpstr>1_Samil PwC</vt:lpstr>
      <vt:lpstr>Samil PwC</vt:lpstr>
      <vt:lpstr>PowerPoint 프레젠테이션</vt:lpstr>
      <vt:lpstr>PowerPoint 프레젠테이션</vt:lpstr>
      <vt:lpstr>[서베이] SME 대상 위험평가 및 안전개선 보고서 자동화</vt:lpstr>
      <vt:lpstr>투입 인력 프로필 상세 (9/11)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DGB대구은행 금융투자소득세 제언서 </dc:title>
  <dc:creator>Namki Yoon</dc:creator>
  <cp:lastModifiedBy>이  예영</cp:lastModifiedBy>
  <cp:revision>753</cp:revision>
  <cp:lastPrinted>2025-04-18T01:05:59Z</cp:lastPrinted>
  <dcterms:created xsi:type="dcterms:W3CDTF">2021-10-20T03:55:14Z</dcterms:created>
  <dcterms:modified xsi:type="dcterms:W3CDTF">2026-04-27T08:46:15Z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type">
    <vt:lpwstr>PwC16x9</vt:lpwstr>
  </property>
  <property fmtid="{D5CDD505-2E9C-101B-9397-08002B2CF9AE}" pid="3" name="TB template version">
    <vt:lpwstr>6</vt:lpwstr>
  </property>
  <property fmtid="{D5CDD505-2E9C-101B-9397-08002B2CF9AE}" pid="4" name="TB template release">
    <vt:lpwstr>4</vt:lpwstr>
  </property>
  <property fmtid="{D5CDD505-2E9C-101B-9397-08002B2CF9AE}" pid="5" name="ContentTypeId">
    <vt:lpwstr>0x010100583CCF246F4D0E468F72CAD43A9FE80D</vt:lpwstr>
  </property>
</Properties>
</file>